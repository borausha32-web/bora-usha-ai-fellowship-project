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32379" y="2077034"/>
            <a:ext cx="3079241" cy="7886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1B398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34692" y="3101721"/>
            <a:ext cx="5638165" cy="7200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398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398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036126"/>
            <a:ext cx="9144000" cy="10737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-25"/>
            <a:ext cx="9144000" cy="42420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20659" y="55194"/>
            <a:ext cx="965085" cy="313867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2836" y="1799831"/>
            <a:ext cx="7956042" cy="120321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398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036126"/>
            <a:ext cx="9144000" cy="10737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-25"/>
            <a:ext cx="9144000" cy="42420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820659" y="55194"/>
            <a:ext cx="965085" cy="31386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4939" y="618236"/>
            <a:ext cx="2474620" cy="621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1B398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1879" y="1596389"/>
            <a:ext cx="45212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hyperlink" Target="mailto:borausha32@gmail.com" TargetMode="External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jpg"/><Relationship Id="rId5" Type="http://schemas.openxmlformats.org/officeDocument/2006/relationships/image" Target="../media/image22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-25"/>
            <a:ext cx="9144000" cy="424815"/>
            <a:chOff x="0" y="-25"/>
            <a:chExt cx="9144000" cy="42481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25"/>
              <a:ext cx="9144000" cy="424205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20659" y="55194"/>
              <a:ext cx="965085" cy="313867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5017321"/>
            <a:ext cx="9144000" cy="126178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0" y="0"/>
            <a:ext cx="9144635" cy="5143500"/>
            <a:chOff x="0" y="0"/>
            <a:chExt cx="9144635" cy="5143500"/>
          </a:xfrm>
        </p:grpSpPr>
        <p:sp>
          <p:nvSpPr>
            <p:cNvPr id="7" name="object 7" descr=""/>
            <p:cNvSpPr/>
            <p:nvPr/>
          </p:nvSpPr>
          <p:spPr>
            <a:xfrm>
              <a:off x="364883" y="652906"/>
              <a:ext cx="3603625" cy="485140"/>
            </a:xfrm>
            <a:custGeom>
              <a:avLst/>
              <a:gdLst/>
              <a:ahLst/>
              <a:cxnLst/>
              <a:rect l="l" t="t" r="r" b="b"/>
              <a:pathLst>
                <a:path w="3603625" h="485140">
                  <a:moveTo>
                    <a:pt x="0" y="80898"/>
                  </a:moveTo>
                  <a:lnTo>
                    <a:pt x="6352" y="49399"/>
                  </a:lnTo>
                  <a:lnTo>
                    <a:pt x="23677" y="23685"/>
                  </a:lnTo>
                  <a:lnTo>
                    <a:pt x="49372" y="6353"/>
                  </a:lnTo>
                  <a:lnTo>
                    <a:pt x="80835" y="0"/>
                  </a:lnTo>
                  <a:lnTo>
                    <a:pt x="3522459" y="0"/>
                  </a:lnTo>
                  <a:lnTo>
                    <a:pt x="3553959" y="6353"/>
                  </a:lnTo>
                  <a:lnTo>
                    <a:pt x="3579672" y="23685"/>
                  </a:lnTo>
                  <a:lnTo>
                    <a:pt x="3597004" y="49399"/>
                  </a:lnTo>
                  <a:lnTo>
                    <a:pt x="3603358" y="80898"/>
                  </a:lnTo>
                  <a:lnTo>
                    <a:pt x="3603358" y="404240"/>
                  </a:lnTo>
                  <a:lnTo>
                    <a:pt x="3597004" y="435667"/>
                  </a:lnTo>
                  <a:lnTo>
                    <a:pt x="3579672" y="461343"/>
                  </a:lnTo>
                  <a:lnTo>
                    <a:pt x="3553959" y="478661"/>
                  </a:lnTo>
                  <a:lnTo>
                    <a:pt x="3522459" y="485013"/>
                  </a:lnTo>
                  <a:lnTo>
                    <a:pt x="80835" y="485013"/>
                  </a:lnTo>
                  <a:lnTo>
                    <a:pt x="49372" y="478661"/>
                  </a:lnTo>
                  <a:lnTo>
                    <a:pt x="23677" y="461343"/>
                  </a:lnTo>
                  <a:lnTo>
                    <a:pt x="6352" y="435667"/>
                  </a:lnTo>
                  <a:lnTo>
                    <a:pt x="0" y="404240"/>
                  </a:lnTo>
                  <a:lnTo>
                    <a:pt x="0" y="80898"/>
                  </a:lnTo>
                  <a:close/>
                </a:path>
              </a:pathLst>
            </a:custGeom>
            <a:ln w="12700">
              <a:solidFill>
                <a:srgbClr val="1D62B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144000" cy="2910459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20460" y="768984"/>
              <a:ext cx="3423539" cy="4374512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4815827" y="494105"/>
              <a:ext cx="4328795" cy="4236720"/>
            </a:xfrm>
            <a:custGeom>
              <a:avLst/>
              <a:gdLst/>
              <a:ahLst/>
              <a:cxnLst/>
              <a:rect l="l" t="t" r="r" b="b"/>
              <a:pathLst>
                <a:path w="4328795" h="4236720">
                  <a:moveTo>
                    <a:pt x="855560" y="98653"/>
                  </a:moveTo>
                  <a:lnTo>
                    <a:pt x="721017" y="0"/>
                  </a:lnTo>
                  <a:lnTo>
                    <a:pt x="603707" y="86029"/>
                  </a:lnTo>
                  <a:lnTo>
                    <a:pt x="486397" y="0"/>
                  </a:lnTo>
                  <a:lnTo>
                    <a:pt x="369100" y="86029"/>
                  </a:lnTo>
                  <a:lnTo>
                    <a:pt x="251802" y="0"/>
                  </a:lnTo>
                  <a:lnTo>
                    <a:pt x="134493" y="86029"/>
                  </a:lnTo>
                  <a:lnTo>
                    <a:pt x="34417" y="12623"/>
                  </a:lnTo>
                  <a:lnTo>
                    <a:pt x="0" y="58724"/>
                  </a:lnTo>
                  <a:lnTo>
                    <a:pt x="134493" y="157378"/>
                  </a:lnTo>
                  <a:lnTo>
                    <a:pt x="251802" y="71361"/>
                  </a:lnTo>
                  <a:lnTo>
                    <a:pt x="369100" y="157378"/>
                  </a:lnTo>
                  <a:lnTo>
                    <a:pt x="486397" y="71361"/>
                  </a:lnTo>
                  <a:lnTo>
                    <a:pt x="603707" y="157391"/>
                  </a:lnTo>
                  <a:lnTo>
                    <a:pt x="721017" y="71361"/>
                  </a:lnTo>
                  <a:lnTo>
                    <a:pt x="821131" y="144767"/>
                  </a:lnTo>
                  <a:lnTo>
                    <a:pt x="855560" y="98653"/>
                  </a:lnTo>
                  <a:close/>
                </a:path>
                <a:path w="4328795" h="4236720">
                  <a:moveTo>
                    <a:pt x="4328198" y="3900347"/>
                  </a:moveTo>
                  <a:lnTo>
                    <a:pt x="4224858" y="3976141"/>
                  </a:lnTo>
                  <a:lnTo>
                    <a:pt x="4107548" y="3890111"/>
                  </a:lnTo>
                  <a:lnTo>
                    <a:pt x="3990251" y="3976141"/>
                  </a:lnTo>
                  <a:lnTo>
                    <a:pt x="3872954" y="3890111"/>
                  </a:lnTo>
                  <a:lnTo>
                    <a:pt x="3755644" y="3976141"/>
                  </a:lnTo>
                  <a:lnTo>
                    <a:pt x="3655568" y="3902735"/>
                  </a:lnTo>
                  <a:lnTo>
                    <a:pt x="3621138" y="3948836"/>
                  </a:lnTo>
                  <a:lnTo>
                    <a:pt x="3755644" y="4047490"/>
                  </a:lnTo>
                  <a:lnTo>
                    <a:pt x="3872954" y="3961473"/>
                  </a:lnTo>
                  <a:lnTo>
                    <a:pt x="3990251" y="4047490"/>
                  </a:lnTo>
                  <a:lnTo>
                    <a:pt x="4107548" y="3961473"/>
                  </a:lnTo>
                  <a:lnTo>
                    <a:pt x="4224858" y="4047490"/>
                  </a:lnTo>
                  <a:lnTo>
                    <a:pt x="4328198" y="3971709"/>
                  </a:lnTo>
                  <a:lnTo>
                    <a:pt x="4328198" y="3900347"/>
                  </a:lnTo>
                  <a:close/>
                </a:path>
                <a:path w="4328795" h="4236720">
                  <a:moveTo>
                    <a:pt x="4328211" y="4130319"/>
                  </a:moveTo>
                  <a:lnTo>
                    <a:pt x="4280573" y="4165257"/>
                  </a:lnTo>
                  <a:lnTo>
                    <a:pt x="4163276" y="4079227"/>
                  </a:lnTo>
                  <a:lnTo>
                    <a:pt x="4045966" y="4165257"/>
                  </a:lnTo>
                  <a:lnTo>
                    <a:pt x="3945890" y="4091851"/>
                  </a:lnTo>
                  <a:lnTo>
                    <a:pt x="3911460" y="4137952"/>
                  </a:lnTo>
                  <a:lnTo>
                    <a:pt x="4045966" y="4236605"/>
                  </a:lnTo>
                  <a:lnTo>
                    <a:pt x="4163276" y="4150588"/>
                  </a:lnTo>
                  <a:lnTo>
                    <a:pt x="4280573" y="4236605"/>
                  </a:lnTo>
                  <a:lnTo>
                    <a:pt x="4328211" y="4201680"/>
                  </a:lnTo>
                  <a:lnTo>
                    <a:pt x="4328211" y="413031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2965576"/>
              <a:ext cx="4205351" cy="394208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435051" y="3035046"/>
            <a:ext cx="22066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dirty="0" sz="1400" spc="1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400" spc="1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1400" spc="1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z="1400" spc="1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1400" spc="1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sz="1400" spc="1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1400" spc="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400" spc="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1400" spc="1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400" spc="1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1400" spc="1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50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811718" y="3035046"/>
            <a:ext cx="6451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1400" spc="1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dirty="0" sz="1400" spc="1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1400" spc="1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5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842263" y="3587814"/>
            <a:ext cx="836294" cy="454025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1000">
                <a:latin typeface="Arial MT"/>
                <a:cs typeface="Arial MT"/>
              </a:rPr>
              <a:t>Student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Name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1200" b="1">
                <a:solidFill>
                  <a:srgbClr val="0D358D"/>
                </a:solidFill>
                <a:latin typeface="Arial"/>
                <a:cs typeface="Arial"/>
              </a:rPr>
              <a:t>Bora</a:t>
            </a:r>
            <a:r>
              <a:rPr dirty="0" sz="1200" spc="-30" b="1">
                <a:solidFill>
                  <a:srgbClr val="0D358D"/>
                </a:solidFill>
                <a:latin typeface="Arial"/>
                <a:cs typeface="Arial"/>
              </a:rPr>
              <a:t> </a:t>
            </a:r>
            <a:r>
              <a:rPr dirty="0" sz="1200" spc="-20" b="1">
                <a:solidFill>
                  <a:srgbClr val="0D358D"/>
                </a:solidFill>
                <a:latin typeface="Arial"/>
                <a:cs typeface="Arial"/>
              </a:rPr>
              <a:t>Usha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457386" y="3650323"/>
            <a:ext cx="2665730" cy="367030"/>
            <a:chOff x="457386" y="3650323"/>
            <a:chExt cx="2665730" cy="367030"/>
          </a:xfrm>
        </p:grpSpPr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7386" y="3658296"/>
              <a:ext cx="353954" cy="35880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70153" y="3650323"/>
              <a:ext cx="352504" cy="353033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3163951" y="3585568"/>
            <a:ext cx="1787525" cy="45339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z="1000">
                <a:latin typeface="Arial MT"/>
                <a:cs typeface="Arial MT"/>
              </a:rPr>
              <a:t>Student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Email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1200" spc="-10" b="1">
                <a:solidFill>
                  <a:srgbClr val="0D358D"/>
                </a:solidFill>
                <a:latin typeface="Arial"/>
                <a:cs typeface="Arial"/>
                <a:hlinkClick r:id="rId10"/>
              </a:rPr>
              <a:t>borausha32@gmail.com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847750" y="4279612"/>
            <a:ext cx="1568450" cy="454659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1000">
                <a:latin typeface="Arial MT"/>
                <a:cs typeface="Arial MT"/>
              </a:rPr>
              <a:t>Mentor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Name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1200" b="1">
                <a:solidFill>
                  <a:srgbClr val="0D358D"/>
                </a:solidFill>
                <a:latin typeface="Arial"/>
                <a:cs typeface="Arial"/>
              </a:rPr>
              <a:t>Ms.</a:t>
            </a:r>
            <a:r>
              <a:rPr dirty="0" sz="1200" spc="-20" b="1">
                <a:solidFill>
                  <a:srgbClr val="0D358D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D358D"/>
                </a:solidFill>
                <a:latin typeface="Arial"/>
                <a:cs typeface="Arial"/>
              </a:rPr>
              <a:t>Uma</a:t>
            </a:r>
            <a:r>
              <a:rPr dirty="0" sz="1200" spc="-25" b="1">
                <a:solidFill>
                  <a:srgbClr val="0D358D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D358D"/>
                </a:solidFill>
                <a:latin typeface="Arial"/>
                <a:cs typeface="Arial"/>
              </a:rPr>
              <a:t>Maheshwari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173748" y="769747"/>
            <a:ext cx="8060055" cy="3944620"/>
            <a:chOff x="173748" y="769747"/>
            <a:chExt cx="8060055" cy="3944620"/>
          </a:xfrm>
        </p:grpSpPr>
        <p:pic>
          <p:nvPicPr>
            <p:cNvPr id="21" name="object 2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6879" y="4356125"/>
              <a:ext cx="357485" cy="358107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0727" y="769747"/>
              <a:ext cx="891540" cy="223774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911039" y="778944"/>
              <a:ext cx="776762" cy="235519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6396863" y="1149095"/>
              <a:ext cx="1837055" cy="2430780"/>
            </a:xfrm>
            <a:custGeom>
              <a:avLst/>
              <a:gdLst/>
              <a:ahLst/>
              <a:cxnLst/>
              <a:rect l="l" t="t" r="r" b="b"/>
              <a:pathLst>
                <a:path w="1837054" h="2430779">
                  <a:moveTo>
                    <a:pt x="1646555" y="60198"/>
                  </a:moveTo>
                  <a:lnTo>
                    <a:pt x="1554861" y="0"/>
                  </a:lnTo>
                  <a:lnTo>
                    <a:pt x="0" y="2370201"/>
                  </a:lnTo>
                  <a:lnTo>
                    <a:pt x="91694" y="2430399"/>
                  </a:lnTo>
                  <a:lnTo>
                    <a:pt x="1646555" y="60198"/>
                  </a:lnTo>
                  <a:close/>
                </a:path>
                <a:path w="1837054" h="2430779">
                  <a:moveTo>
                    <a:pt x="1706880" y="317373"/>
                  </a:moveTo>
                  <a:lnTo>
                    <a:pt x="1615186" y="257175"/>
                  </a:lnTo>
                  <a:lnTo>
                    <a:pt x="260985" y="2321560"/>
                  </a:lnTo>
                  <a:lnTo>
                    <a:pt x="352679" y="2381758"/>
                  </a:lnTo>
                  <a:lnTo>
                    <a:pt x="1706880" y="317373"/>
                  </a:lnTo>
                  <a:close/>
                </a:path>
                <a:path w="1837054" h="2430779">
                  <a:moveTo>
                    <a:pt x="1759458" y="585343"/>
                  </a:moveTo>
                  <a:lnTo>
                    <a:pt x="1667764" y="525145"/>
                  </a:lnTo>
                  <a:lnTo>
                    <a:pt x="514096" y="2283587"/>
                  </a:lnTo>
                  <a:lnTo>
                    <a:pt x="605917" y="2343785"/>
                  </a:lnTo>
                  <a:lnTo>
                    <a:pt x="1759458" y="585343"/>
                  </a:lnTo>
                  <a:close/>
                </a:path>
                <a:path w="1837054" h="2430779">
                  <a:moveTo>
                    <a:pt x="1836928" y="805561"/>
                  </a:moveTo>
                  <a:lnTo>
                    <a:pt x="1739646" y="741680"/>
                  </a:lnTo>
                  <a:lnTo>
                    <a:pt x="712851" y="2306955"/>
                  </a:lnTo>
                  <a:lnTo>
                    <a:pt x="810006" y="2370836"/>
                  </a:lnTo>
                  <a:lnTo>
                    <a:pt x="1836928" y="805561"/>
                  </a:lnTo>
                  <a:close/>
                </a:path>
              </a:pathLst>
            </a:custGeom>
            <a:solidFill>
              <a:srgbClr val="4FC3F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3748" y="1046606"/>
              <a:ext cx="3854196" cy="184950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8690" y="2124913"/>
            <a:ext cx="716915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40">
                <a:solidFill>
                  <a:srgbClr val="212A35"/>
                </a:solidFill>
                <a:latin typeface="Trebuchet MS"/>
                <a:cs typeface="Trebuchet MS"/>
              </a:rPr>
              <a:t>Unlocking</a:t>
            </a:r>
            <a:r>
              <a:rPr dirty="0" sz="2800" spc="-114">
                <a:solidFill>
                  <a:srgbClr val="212A35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212A35"/>
                </a:solidFill>
                <a:latin typeface="Trebuchet MS"/>
                <a:cs typeface="Trebuchet MS"/>
              </a:rPr>
              <a:t>Sales</a:t>
            </a:r>
            <a:r>
              <a:rPr dirty="0" sz="2800" spc="-120">
                <a:solidFill>
                  <a:srgbClr val="212A35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212A35"/>
                </a:solidFill>
                <a:latin typeface="Trebuchet MS"/>
                <a:cs typeface="Trebuchet MS"/>
              </a:rPr>
              <a:t>Insights</a:t>
            </a:r>
            <a:r>
              <a:rPr dirty="0" sz="2800" spc="-120">
                <a:solidFill>
                  <a:srgbClr val="212A35"/>
                </a:solidFill>
                <a:latin typeface="Trebuchet MS"/>
                <a:cs typeface="Trebuchet MS"/>
              </a:rPr>
              <a:t> </a:t>
            </a:r>
            <a:r>
              <a:rPr dirty="0" sz="2800" spc="-45">
                <a:solidFill>
                  <a:srgbClr val="212A35"/>
                </a:solidFill>
                <a:latin typeface="Trebuchet MS"/>
                <a:cs typeface="Trebuchet MS"/>
              </a:rPr>
              <a:t>for</a:t>
            </a:r>
            <a:r>
              <a:rPr dirty="0" sz="2800" spc="-105">
                <a:solidFill>
                  <a:srgbClr val="212A35"/>
                </a:solidFill>
                <a:latin typeface="Trebuchet MS"/>
                <a:cs typeface="Trebuchet MS"/>
              </a:rPr>
              <a:t> </a:t>
            </a:r>
            <a:r>
              <a:rPr dirty="0" sz="2800" spc="-70">
                <a:solidFill>
                  <a:srgbClr val="212A35"/>
                </a:solidFill>
                <a:latin typeface="Trebuchet MS"/>
                <a:cs typeface="Trebuchet MS"/>
              </a:rPr>
              <a:t>Revenue</a:t>
            </a:r>
            <a:r>
              <a:rPr dirty="0" sz="2800" spc="-110">
                <a:solidFill>
                  <a:srgbClr val="212A35"/>
                </a:solidFill>
                <a:latin typeface="Trebuchet MS"/>
                <a:cs typeface="Trebuchet MS"/>
              </a:rPr>
              <a:t> </a:t>
            </a:r>
            <a:r>
              <a:rPr dirty="0" sz="2800" spc="-65">
                <a:solidFill>
                  <a:srgbClr val="212A35"/>
                </a:solidFill>
                <a:latin typeface="Trebuchet MS"/>
                <a:cs typeface="Trebuchet MS"/>
              </a:rPr>
              <a:t>Growth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94" y="661796"/>
            <a:ext cx="876935" cy="33083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85"/>
              <a:t>Outline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04012" y="1009014"/>
            <a:ext cx="3020695" cy="3034665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0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Tahoma"/>
                <a:cs typeface="Tahoma"/>
              </a:rPr>
              <a:t>Abstract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of the </a:t>
            </a:r>
            <a:r>
              <a:rPr dirty="0" sz="1800" spc="-10">
                <a:latin typeface="Tahoma"/>
                <a:cs typeface="Tahoma"/>
              </a:rPr>
              <a:t>Project</a:t>
            </a:r>
            <a:endParaRPr sz="18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Tahoma"/>
                <a:cs typeface="Tahoma"/>
              </a:rPr>
              <a:t>Problem</a:t>
            </a:r>
            <a:r>
              <a:rPr dirty="0" sz="1800" spc="1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Statement</a:t>
            </a:r>
            <a:endParaRPr sz="18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Tahoma"/>
                <a:cs typeface="Tahoma"/>
              </a:rPr>
              <a:t>Proposed</a:t>
            </a:r>
            <a:r>
              <a:rPr dirty="0" sz="1800" spc="4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Solution</a:t>
            </a:r>
            <a:endParaRPr sz="18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 spc="-10">
                <a:latin typeface="Tahoma"/>
                <a:cs typeface="Tahoma"/>
              </a:rPr>
              <a:t>System</a:t>
            </a:r>
            <a:r>
              <a:rPr dirty="0" sz="1800" spc="-9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Architecture</a:t>
            </a:r>
            <a:endParaRPr sz="18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Tahoma"/>
                <a:cs typeface="Tahoma"/>
              </a:rPr>
              <a:t>Live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Demo</a:t>
            </a:r>
            <a:r>
              <a:rPr dirty="0" sz="1800" spc="-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of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Project</a:t>
            </a:r>
            <a:endParaRPr sz="18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Tahoma"/>
                <a:cs typeface="Tahoma"/>
              </a:rPr>
              <a:t>Embedded</a:t>
            </a:r>
            <a:r>
              <a:rPr dirty="0" sz="1800" spc="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Video</a:t>
            </a:r>
            <a:r>
              <a:rPr dirty="0" sz="1800" spc="-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of</a:t>
            </a:r>
            <a:r>
              <a:rPr dirty="0" sz="1800" spc="-10">
                <a:latin typeface="Tahoma"/>
                <a:cs typeface="Tahoma"/>
              </a:rPr>
              <a:t> Project</a:t>
            </a:r>
            <a:endParaRPr sz="18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81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 spc="-10">
                <a:latin typeface="Tahoma"/>
                <a:cs typeface="Tahoma"/>
              </a:rPr>
              <a:t>Conclusion</a:t>
            </a:r>
            <a:endParaRPr sz="18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Tahoma"/>
                <a:cs typeface="Tahoma"/>
              </a:rPr>
              <a:t>Future </a:t>
            </a:r>
            <a:r>
              <a:rPr dirty="0" sz="1800" spc="-10">
                <a:latin typeface="Tahoma"/>
                <a:cs typeface="Tahoma"/>
              </a:rPr>
              <a:t>Scope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7093" y="1167629"/>
            <a:ext cx="2420743" cy="30281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4281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105"/>
              </a:spcBef>
            </a:pPr>
            <a:r>
              <a:rPr dirty="0" spc="-100"/>
              <a:t>Abstract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5739" y="1097404"/>
            <a:ext cx="3044443" cy="297652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18947" y="1488693"/>
            <a:ext cx="5199380" cy="14884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marR="197485" indent="-287020">
              <a:lnSpc>
                <a:spcPct val="100000"/>
              </a:lnSpc>
              <a:spcBef>
                <a:spcPts val="95"/>
              </a:spcBef>
              <a:buChar char="•"/>
              <a:tabLst>
                <a:tab pos="299085" algn="l"/>
              </a:tabLst>
            </a:pPr>
            <a:r>
              <a:rPr dirty="0" sz="1600">
                <a:latin typeface="Arial MT"/>
                <a:cs typeface="Arial MT"/>
              </a:rPr>
              <a:t>This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project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analyzes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raw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sales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data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using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Microsoft </a:t>
            </a:r>
            <a:r>
              <a:rPr dirty="0" sz="1600">
                <a:latin typeface="Arial MT"/>
                <a:cs typeface="Arial MT"/>
              </a:rPr>
              <a:t>Excel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to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uncover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insights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for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revenue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growth.</a:t>
            </a:r>
            <a:endParaRPr sz="16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dirty="0" sz="1600">
                <a:latin typeface="Arial MT"/>
                <a:cs typeface="Arial MT"/>
              </a:rPr>
              <a:t>Pivot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Tables,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charts,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and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dashboards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are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used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to</a:t>
            </a:r>
            <a:endParaRPr sz="16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</a:pPr>
            <a:r>
              <a:rPr dirty="0" sz="1600">
                <a:latin typeface="Arial MT"/>
                <a:cs typeface="Arial MT"/>
              </a:rPr>
              <a:t>visualize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trends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and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track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performance.</a:t>
            </a:r>
            <a:endParaRPr sz="1600">
              <a:latin typeface="Arial MT"/>
              <a:cs typeface="Arial MT"/>
            </a:endParaRPr>
          </a:p>
          <a:p>
            <a:pPr marL="299085" marR="5080" indent="-287020">
              <a:lnSpc>
                <a:spcPct val="10000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dirty="0" sz="1600">
                <a:latin typeface="Arial MT"/>
                <a:cs typeface="Arial MT"/>
              </a:rPr>
              <a:t>The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final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output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is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an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interactive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dashboard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supporting </a:t>
            </a:r>
            <a:r>
              <a:rPr dirty="0" sz="1600">
                <a:latin typeface="Arial MT"/>
                <a:cs typeface="Arial MT"/>
              </a:rPr>
              <a:t>better business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decision-making.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6835" y="1257473"/>
            <a:ext cx="3843731" cy="28812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9440" y="1028826"/>
            <a:ext cx="2223135" cy="33083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35"/>
              <a:t>Problem</a:t>
            </a:r>
            <a:r>
              <a:rPr dirty="0" spc="-80"/>
              <a:t> </a:t>
            </a:r>
            <a:r>
              <a:rPr dirty="0" spc="-130"/>
              <a:t>Statement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99440" y="1846579"/>
            <a:ext cx="4639945" cy="102996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Char char="•"/>
              <a:tabLst>
                <a:tab pos="299085" algn="l"/>
              </a:tabLst>
            </a:pPr>
            <a:r>
              <a:rPr dirty="0" sz="1600">
                <a:latin typeface="Arial MT"/>
                <a:cs typeface="Arial MT"/>
              </a:rPr>
              <a:t>Businesses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fail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to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effectively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analyze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sales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data,</a:t>
            </a:r>
            <a:endParaRPr sz="16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</a:pPr>
            <a:r>
              <a:rPr dirty="0" sz="1600">
                <a:latin typeface="Arial MT"/>
                <a:cs typeface="Arial MT"/>
              </a:rPr>
              <a:t>leading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to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missed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revenue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opportunities.</a:t>
            </a:r>
            <a:endParaRPr sz="1600">
              <a:latin typeface="Arial MT"/>
              <a:cs typeface="Arial MT"/>
            </a:endParaRPr>
          </a:p>
          <a:p>
            <a:pPr marL="299085" marR="243840" indent="-28702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dirty="0" sz="1600">
                <a:latin typeface="Arial MT"/>
                <a:cs typeface="Arial MT"/>
              </a:rPr>
              <a:t>Lack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of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visual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reporting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tools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results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in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poor </a:t>
            </a:r>
            <a:r>
              <a:rPr dirty="0" sz="1600" spc="-10">
                <a:latin typeface="Arial MT"/>
                <a:cs typeface="Arial MT"/>
              </a:rPr>
              <a:t>decision-</a:t>
            </a:r>
            <a:r>
              <a:rPr dirty="0" sz="1600">
                <a:latin typeface="Arial MT"/>
                <a:cs typeface="Arial MT"/>
              </a:rPr>
              <a:t>making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and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weak</a:t>
            </a:r>
            <a:r>
              <a:rPr dirty="0" sz="1600" spc="-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business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strategy</a:t>
            </a:r>
            <a:r>
              <a:rPr dirty="0" sz="1800" spc="-1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40808" y="1250924"/>
            <a:ext cx="4203192" cy="315239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20"/>
              <a:t>Proposed</a:t>
            </a:r>
            <a:r>
              <a:rPr dirty="0" spc="-80"/>
              <a:t> </a:t>
            </a:r>
            <a:r>
              <a:rPr dirty="0" spc="-105"/>
              <a:t>Solution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54939" y="1446403"/>
            <a:ext cx="4591685" cy="14884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marR="76835" indent="-287020">
              <a:lnSpc>
                <a:spcPct val="100000"/>
              </a:lnSpc>
              <a:spcBef>
                <a:spcPts val="95"/>
              </a:spcBef>
              <a:buChar char="•"/>
              <a:tabLst>
                <a:tab pos="299085" algn="l"/>
              </a:tabLst>
            </a:pPr>
            <a:r>
              <a:rPr dirty="0" sz="1600">
                <a:latin typeface="Arial MT"/>
                <a:cs typeface="Arial MT"/>
              </a:rPr>
              <a:t>Built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an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interactive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Excel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dashboard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to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analyze </a:t>
            </a:r>
            <a:r>
              <a:rPr dirty="0" sz="1600">
                <a:latin typeface="Arial MT"/>
                <a:cs typeface="Arial MT"/>
              </a:rPr>
              <a:t>and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visualize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raw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sales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data.</a:t>
            </a:r>
            <a:endParaRPr sz="1600">
              <a:latin typeface="Arial MT"/>
              <a:cs typeface="Arial MT"/>
            </a:endParaRPr>
          </a:p>
          <a:p>
            <a:pPr marL="299085" marR="157480" indent="-28702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dirty="0" sz="1600">
                <a:latin typeface="Arial MT"/>
                <a:cs typeface="Arial MT"/>
              </a:rPr>
              <a:t>Used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Pivot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Tables,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charts,</a:t>
            </a:r>
            <a:r>
              <a:rPr dirty="0" sz="1600" spc="-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and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Slicers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to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track </a:t>
            </a:r>
            <a:r>
              <a:rPr dirty="0" sz="1600">
                <a:latin typeface="Arial MT"/>
                <a:cs typeface="Arial MT"/>
              </a:rPr>
              <a:t>trends,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products,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and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regional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performance.</a:t>
            </a:r>
            <a:endParaRPr sz="16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dirty="0" sz="1600">
                <a:latin typeface="Arial MT"/>
                <a:cs typeface="Arial MT"/>
              </a:rPr>
              <a:t>Enables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faster,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data-</a:t>
            </a:r>
            <a:r>
              <a:rPr dirty="0" sz="1600">
                <a:latin typeface="Arial MT"/>
                <a:cs typeface="Arial MT"/>
              </a:rPr>
              <a:t>driven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decisions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to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support</a:t>
            </a:r>
            <a:endParaRPr sz="16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</a:pPr>
            <a:r>
              <a:rPr dirty="0" sz="1600">
                <a:latin typeface="Arial MT"/>
                <a:cs typeface="Arial MT"/>
              </a:rPr>
              <a:t>revenue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growth.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49225">
              <a:lnSpc>
                <a:spcPct val="100000"/>
              </a:lnSpc>
              <a:spcBef>
                <a:spcPts val="105"/>
              </a:spcBef>
            </a:pPr>
            <a:r>
              <a:rPr dirty="0" spc="-145"/>
              <a:t>System</a:t>
            </a:r>
            <a:r>
              <a:rPr dirty="0" spc="-110"/>
              <a:t> </a:t>
            </a:r>
            <a:r>
              <a:rPr dirty="0" spc="-100"/>
              <a:t>Architecture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4167378" y="1243202"/>
            <a:ext cx="320040" cy="384175"/>
          </a:xfrm>
          <a:custGeom>
            <a:avLst/>
            <a:gdLst/>
            <a:ahLst/>
            <a:cxnLst/>
            <a:rect l="l" t="t" r="r" b="b"/>
            <a:pathLst>
              <a:path w="320039" h="384175">
                <a:moveTo>
                  <a:pt x="320039" y="0"/>
                </a:moveTo>
                <a:lnTo>
                  <a:pt x="0" y="0"/>
                </a:lnTo>
                <a:lnTo>
                  <a:pt x="0" y="384048"/>
                </a:lnTo>
                <a:lnTo>
                  <a:pt x="320039" y="384048"/>
                </a:lnTo>
                <a:lnTo>
                  <a:pt x="320039" y="0"/>
                </a:lnTo>
                <a:close/>
              </a:path>
            </a:pathLst>
          </a:custGeom>
          <a:solidFill>
            <a:srgbClr val="1B39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235407" y="1243202"/>
            <a:ext cx="3932554" cy="384175"/>
          </a:xfrm>
          <a:prstGeom prst="rect">
            <a:avLst/>
          </a:prstGeom>
          <a:solidFill>
            <a:srgbClr val="DAE2F3"/>
          </a:solidFill>
        </p:spPr>
        <p:txBody>
          <a:bodyPr wrap="square" lIns="0" tIns="67945" rIns="0" bIns="0" rtlCol="0" vert="horz">
            <a:spAutoFit/>
          </a:bodyPr>
          <a:lstStyle/>
          <a:p>
            <a:pPr marL="182880">
              <a:lnSpc>
                <a:spcPct val="100000"/>
              </a:lnSpc>
              <a:spcBef>
                <a:spcPts val="535"/>
              </a:spcBef>
            </a:pPr>
            <a:r>
              <a:rPr dirty="0" sz="1600" spc="-95" b="1">
                <a:latin typeface="Tahoma"/>
                <a:cs typeface="Tahoma"/>
              </a:rPr>
              <a:t>Data</a:t>
            </a:r>
            <a:r>
              <a:rPr dirty="0" sz="1600" spc="-65" b="1">
                <a:latin typeface="Tahoma"/>
                <a:cs typeface="Tahoma"/>
              </a:rPr>
              <a:t> </a:t>
            </a:r>
            <a:r>
              <a:rPr dirty="0" sz="1600" spc="-160" b="1">
                <a:latin typeface="Tahoma"/>
                <a:cs typeface="Tahoma"/>
              </a:rPr>
              <a:t>Input</a:t>
            </a:r>
            <a:r>
              <a:rPr dirty="0" sz="1600" spc="-55" b="1">
                <a:latin typeface="Tahoma"/>
                <a:cs typeface="Tahoma"/>
              </a:rPr>
              <a:t> </a:t>
            </a:r>
            <a:r>
              <a:rPr dirty="0" sz="1600" spc="-185" b="1">
                <a:latin typeface="Tahoma"/>
                <a:cs typeface="Tahoma"/>
              </a:rPr>
              <a:t>/</a:t>
            </a:r>
            <a:r>
              <a:rPr dirty="0" sz="1600" spc="-70" b="1">
                <a:latin typeface="Tahoma"/>
                <a:cs typeface="Tahoma"/>
              </a:rPr>
              <a:t> </a:t>
            </a:r>
            <a:r>
              <a:rPr dirty="0" sz="1600" spc="-10" b="1">
                <a:latin typeface="Tahoma"/>
                <a:cs typeface="Tahoma"/>
              </a:rPr>
              <a:t>Source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8602218" y="1243202"/>
            <a:ext cx="320040" cy="384175"/>
          </a:xfrm>
          <a:custGeom>
            <a:avLst/>
            <a:gdLst/>
            <a:ahLst/>
            <a:cxnLst/>
            <a:rect l="l" t="t" r="r" b="b"/>
            <a:pathLst>
              <a:path w="320040" h="384175">
                <a:moveTo>
                  <a:pt x="320040" y="0"/>
                </a:moveTo>
                <a:lnTo>
                  <a:pt x="0" y="0"/>
                </a:lnTo>
                <a:lnTo>
                  <a:pt x="0" y="384048"/>
                </a:lnTo>
                <a:lnTo>
                  <a:pt x="320040" y="384048"/>
                </a:lnTo>
                <a:lnTo>
                  <a:pt x="320040" y="0"/>
                </a:lnTo>
                <a:close/>
              </a:path>
            </a:pathLst>
          </a:custGeom>
          <a:solidFill>
            <a:srgbClr val="1B39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4670297" y="1243202"/>
            <a:ext cx="3931920" cy="384175"/>
          </a:xfrm>
          <a:prstGeom prst="rect">
            <a:avLst/>
          </a:prstGeom>
          <a:solidFill>
            <a:srgbClr val="DAE2F3"/>
          </a:solidFill>
        </p:spPr>
        <p:txBody>
          <a:bodyPr wrap="square" lIns="0" tIns="67945" rIns="0" bIns="0" rtlCol="0" vert="horz">
            <a:spAutoFit/>
          </a:bodyPr>
          <a:lstStyle/>
          <a:p>
            <a:pPr marL="183515">
              <a:lnSpc>
                <a:spcPct val="100000"/>
              </a:lnSpc>
              <a:spcBef>
                <a:spcPts val="535"/>
              </a:spcBef>
            </a:pPr>
            <a:r>
              <a:rPr dirty="0" sz="1600" spc="-110" b="1">
                <a:latin typeface="Tahoma"/>
                <a:cs typeface="Tahoma"/>
              </a:rPr>
              <a:t>Processing</a:t>
            </a:r>
            <a:r>
              <a:rPr dirty="0" sz="1600" spc="-35" b="1">
                <a:latin typeface="Tahoma"/>
                <a:cs typeface="Tahoma"/>
              </a:rPr>
              <a:t> </a:t>
            </a:r>
            <a:r>
              <a:rPr dirty="0" sz="1600" spc="-185" b="1">
                <a:latin typeface="Tahoma"/>
                <a:cs typeface="Tahoma"/>
              </a:rPr>
              <a:t>/</a:t>
            </a:r>
            <a:r>
              <a:rPr dirty="0" sz="1600" spc="-70" b="1">
                <a:latin typeface="Tahoma"/>
                <a:cs typeface="Tahoma"/>
              </a:rPr>
              <a:t> </a:t>
            </a:r>
            <a:r>
              <a:rPr dirty="0" sz="1600" spc="-10" b="1">
                <a:latin typeface="Tahoma"/>
                <a:cs typeface="Tahoma"/>
              </a:rPr>
              <a:t>Analysis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749800" y="1792986"/>
            <a:ext cx="3876675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cleaned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using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Power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Query;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sales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aggregated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by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Calibri"/>
                <a:cs typeface="Calibri"/>
              </a:rPr>
              <a:t>product,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region,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month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using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Pivot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Tables.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212547" y="2684398"/>
            <a:ext cx="4267835" cy="396875"/>
            <a:chOff x="212547" y="2684398"/>
            <a:chExt cx="4267835" cy="396875"/>
          </a:xfrm>
        </p:grpSpPr>
        <p:sp>
          <p:nvSpPr>
            <p:cNvPr id="9" name="object 9" descr=""/>
            <p:cNvSpPr/>
            <p:nvPr/>
          </p:nvSpPr>
          <p:spPr>
            <a:xfrm>
              <a:off x="212547" y="2684398"/>
              <a:ext cx="4114800" cy="384175"/>
            </a:xfrm>
            <a:custGeom>
              <a:avLst/>
              <a:gdLst/>
              <a:ahLst/>
              <a:cxnLst/>
              <a:rect l="l" t="t" r="r" b="b"/>
              <a:pathLst>
                <a:path w="4114800" h="384175">
                  <a:moveTo>
                    <a:pt x="4114800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4114800" y="384048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60012" y="2697098"/>
              <a:ext cx="320039" cy="384048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291490" y="1799336"/>
            <a:ext cx="3695065" cy="20021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360680">
              <a:lnSpc>
                <a:spcPct val="100699"/>
              </a:lnSpc>
              <a:spcBef>
                <a:spcPts val="90"/>
              </a:spcBef>
            </a:pPr>
            <a:r>
              <a:rPr dirty="0" sz="1400">
                <a:latin typeface="Calibri"/>
                <a:cs typeface="Calibri"/>
              </a:rPr>
              <a:t>Raw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sales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Excel/CSV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format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containing </a:t>
            </a:r>
            <a:r>
              <a:rPr dirty="0" sz="1400">
                <a:latin typeface="Calibri"/>
                <a:cs typeface="Calibri"/>
              </a:rPr>
              <a:t>product,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region,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date,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revenue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columns.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400">
              <a:latin typeface="Calibri"/>
              <a:cs typeface="Calibri"/>
            </a:endParaRPr>
          </a:p>
          <a:p>
            <a:pPr marL="160655">
              <a:lnSpc>
                <a:spcPct val="100000"/>
              </a:lnSpc>
            </a:pPr>
            <a:r>
              <a:rPr dirty="0" sz="1600" spc="-75" b="1">
                <a:latin typeface="Tahoma"/>
                <a:cs typeface="Tahoma"/>
              </a:rPr>
              <a:t>Tool</a:t>
            </a:r>
            <a:r>
              <a:rPr dirty="0" sz="1600" spc="-35" b="1">
                <a:latin typeface="Tahoma"/>
                <a:cs typeface="Tahoma"/>
              </a:rPr>
              <a:t> </a:t>
            </a:r>
            <a:r>
              <a:rPr dirty="0" sz="1600" spc="-45" b="1">
                <a:latin typeface="Tahoma"/>
                <a:cs typeface="Tahoma"/>
              </a:rPr>
              <a:t>Integration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1600">
              <a:latin typeface="Tahoma"/>
              <a:cs typeface="Tahoma"/>
            </a:endParaRPr>
          </a:p>
          <a:p>
            <a:pPr marL="35560" marR="5080">
              <a:lnSpc>
                <a:spcPct val="100000"/>
              </a:lnSpc>
            </a:pPr>
            <a:r>
              <a:rPr dirty="0" sz="1400">
                <a:latin typeface="Calibri"/>
                <a:cs typeface="Calibri"/>
              </a:rPr>
              <a:t>Used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Pivot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Tables,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SUMIFS,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Slicers,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conditional formatting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analysis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interactivity.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670297" y="2677286"/>
            <a:ext cx="3931920" cy="384175"/>
          </a:xfrm>
          <a:prstGeom prst="rect">
            <a:avLst/>
          </a:prstGeom>
          <a:solidFill>
            <a:srgbClr val="DAE2F3"/>
          </a:solidFill>
        </p:spPr>
        <p:txBody>
          <a:bodyPr wrap="square" lIns="0" tIns="41275" rIns="0" bIns="0" rtlCol="0" vert="horz">
            <a:spAutoFit/>
          </a:bodyPr>
          <a:lstStyle/>
          <a:p>
            <a:pPr marL="183515">
              <a:lnSpc>
                <a:spcPct val="100000"/>
              </a:lnSpc>
              <a:spcBef>
                <a:spcPts val="325"/>
              </a:spcBef>
            </a:pPr>
            <a:r>
              <a:rPr dirty="0" sz="1600" spc="-90" b="1">
                <a:latin typeface="Tahoma"/>
                <a:cs typeface="Tahoma"/>
              </a:rPr>
              <a:t>Output</a:t>
            </a:r>
            <a:r>
              <a:rPr dirty="0" sz="1600" spc="-30" b="1">
                <a:latin typeface="Tahoma"/>
                <a:cs typeface="Tahoma"/>
              </a:rPr>
              <a:t> </a:t>
            </a:r>
            <a:r>
              <a:rPr dirty="0" sz="1600" spc="-185" b="1">
                <a:latin typeface="Tahoma"/>
                <a:cs typeface="Tahoma"/>
              </a:rPr>
              <a:t>/</a:t>
            </a:r>
            <a:r>
              <a:rPr dirty="0" sz="1600" spc="-60" b="1">
                <a:latin typeface="Tahoma"/>
                <a:cs typeface="Tahoma"/>
              </a:rPr>
              <a:t> </a:t>
            </a:r>
            <a:r>
              <a:rPr dirty="0" sz="1600" spc="-10" b="1">
                <a:latin typeface="Tahoma"/>
                <a:cs typeface="Tahoma"/>
              </a:rPr>
              <a:t>Dashboard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749800" y="3348609"/>
            <a:ext cx="3608070" cy="6680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5"/>
              </a:spcBef>
            </a:pPr>
            <a:r>
              <a:rPr dirty="0" sz="1400" spc="-10">
                <a:latin typeface="Calibri"/>
                <a:cs typeface="Calibri"/>
              </a:rPr>
              <a:t>Interactive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Excel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dashboard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with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bar,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line,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pie </a:t>
            </a:r>
            <a:r>
              <a:rPr dirty="0" sz="1400">
                <a:latin typeface="Calibri"/>
                <a:cs typeface="Calibri"/>
              </a:rPr>
              <a:t>charts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displaying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sales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trends,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top</a:t>
            </a:r>
            <a:r>
              <a:rPr dirty="0" sz="1400" spc="-7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products,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and </a:t>
            </a:r>
            <a:r>
              <a:rPr dirty="0" sz="1400">
                <a:latin typeface="Calibri"/>
                <a:cs typeface="Calibri"/>
              </a:rPr>
              <a:t>regional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performance.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02218" y="2675508"/>
            <a:ext cx="320040" cy="384048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01667" y="1279778"/>
            <a:ext cx="254215" cy="289433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02218" y="1265174"/>
            <a:ext cx="320040" cy="2894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440" y="658444"/>
            <a:ext cx="2414905" cy="3314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20"/>
              <a:t>Live</a:t>
            </a:r>
            <a:r>
              <a:rPr dirty="0" spc="-90"/>
              <a:t> </a:t>
            </a:r>
            <a:r>
              <a:rPr dirty="0" spc="-125"/>
              <a:t>Demo</a:t>
            </a:r>
            <a:r>
              <a:rPr dirty="0" spc="-100"/>
              <a:t> </a:t>
            </a:r>
            <a:r>
              <a:rPr dirty="0" spc="-70"/>
              <a:t>of</a:t>
            </a:r>
            <a:r>
              <a:rPr dirty="0" spc="-85"/>
              <a:t> </a:t>
            </a:r>
            <a:r>
              <a:rPr dirty="0" spc="-100"/>
              <a:t>Project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04317" y="1112977"/>
            <a:ext cx="526034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ahoma"/>
                <a:cs typeface="Tahoma"/>
              </a:rPr>
              <a:t>Here's</a:t>
            </a:r>
            <a:r>
              <a:rPr dirty="0" sz="1800" spc="-8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list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of</a:t>
            </a:r>
            <a:r>
              <a:rPr dirty="0" sz="1800" spc="-6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some</a:t>
            </a:r>
            <a:r>
              <a:rPr dirty="0" sz="1800" spc="-6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demo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features</a:t>
            </a:r>
            <a:r>
              <a:rPr dirty="0" sz="1800" spc="-8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of</a:t>
            </a:r>
            <a:r>
              <a:rPr dirty="0" sz="1800" spc="-5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7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project: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43255" y="1629155"/>
            <a:ext cx="2989580" cy="3343275"/>
            <a:chOff x="143255" y="1629155"/>
            <a:chExt cx="2989580" cy="3343275"/>
          </a:xfrm>
        </p:grpSpPr>
        <p:sp>
          <p:nvSpPr>
            <p:cNvPr id="5" name="object 5" descr=""/>
            <p:cNvSpPr/>
            <p:nvPr/>
          </p:nvSpPr>
          <p:spPr>
            <a:xfrm>
              <a:off x="978408" y="1648205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685799" y="0"/>
                  </a:moveTo>
                  <a:lnTo>
                    <a:pt x="636828" y="1722"/>
                  </a:lnTo>
                  <a:lnTo>
                    <a:pt x="588784" y="6811"/>
                  </a:lnTo>
                  <a:lnTo>
                    <a:pt x="541785" y="15151"/>
                  </a:lnTo>
                  <a:lnTo>
                    <a:pt x="495947" y="26625"/>
                  </a:lnTo>
                  <a:lnTo>
                    <a:pt x="451386" y="41118"/>
                  </a:lnTo>
                  <a:lnTo>
                    <a:pt x="408218" y="58514"/>
                  </a:lnTo>
                  <a:lnTo>
                    <a:pt x="366559" y="78696"/>
                  </a:lnTo>
                  <a:lnTo>
                    <a:pt x="326525" y="101548"/>
                  </a:lnTo>
                  <a:lnTo>
                    <a:pt x="288233" y="126954"/>
                  </a:lnTo>
                  <a:lnTo>
                    <a:pt x="251798" y="154798"/>
                  </a:lnTo>
                  <a:lnTo>
                    <a:pt x="217336" y="184964"/>
                  </a:lnTo>
                  <a:lnTo>
                    <a:pt x="184964" y="217336"/>
                  </a:lnTo>
                  <a:lnTo>
                    <a:pt x="154798" y="251798"/>
                  </a:lnTo>
                  <a:lnTo>
                    <a:pt x="126954" y="288233"/>
                  </a:lnTo>
                  <a:lnTo>
                    <a:pt x="101548" y="326525"/>
                  </a:lnTo>
                  <a:lnTo>
                    <a:pt x="78696" y="366559"/>
                  </a:lnTo>
                  <a:lnTo>
                    <a:pt x="58514" y="408218"/>
                  </a:lnTo>
                  <a:lnTo>
                    <a:pt x="41118" y="451386"/>
                  </a:lnTo>
                  <a:lnTo>
                    <a:pt x="26625" y="495947"/>
                  </a:lnTo>
                  <a:lnTo>
                    <a:pt x="15151" y="541785"/>
                  </a:lnTo>
                  <a:lnTo>
                    <a:pt x="6811" y="588784"/>
                  </a:lnTo>
                  <a:lnTo>
                    <a:pt x="1722" y="636828"/>
                  </a:lnTo>
                  <a:lnTo>
                    <a:pt x="0" y="685800"/>
                  </a:lnTo>
                  <a:lnTo>
                    <a:pt x="1722" y="734787"/>
                  </a:lnTo>
                  <a:lnTo>
                    <a:pt x="6811" y="782842"/>
                  </a:lnTo>
                  <a:lnTo>
                    <a:pt x="15151" y="829851"/>
                  </a:lnTo>
                  <a:lnTo>
                    <a:pt x="26625" y="875697"/>
                  </a:lnTo>
                  <a:lnTo>
                    <a:pt x="41118" y="920263"/>
                  </a:lnTo>
                  <a:lnTo>
                    <a:pt x="58514" y="963435"/>
                  </a:lnTo>
                  <a:lnTo>
                    <a:pt x="78696" y="1005096"/>
                  </a:lnTo>
                  <a:lnTo>
                    <a:pt x="101548" y="1045130"/>
                  </a:lnTo>
                  <a:lnTo>
                    <a:pt x="126954" y="1083421"/>
                  </a:lnTo>
                  <a:lnTo>
                    <a:pt x="154798" y="1119854"/>
                  </a:lnTo>
                  <a:lnTo>
                    <a:pt x="184964" y="1154312"/>
                  </a:lnTo>
                  <a:lnTo>
                    <a:pt x="217336" y="1186680"/>
                  </a:lnTo>
                  <a:lnTo>
                    <a:pt x="251798" y="1216842"/>
                  </a:lnTo>
                  <a:lnTo>
                    <a:pt x="288233" y="1244681"/>
                  </a:lnTo>
                  <a:lnTo>
                    <a:pt x="326525" y="1270081"/>
                  </a:lnTo>
                  <a:lnTo>
                    <a:pt x="366559" y="1292928"/>
                  </a:lnTo>
                  <a:lnTo>
                    <a:pt x="408218" y="1313104"/>
                  </a:lnTo>
                  <a:lnTo>
                    <a:pt x="451386" y="1330495"/>
                  </a:lnTo>
                  <a:lnTo>
                    <a:pt x="495947" y="1344983"/>
                  </a:lnTo>
                  <a:lnTo>
                    <a:pt x="541785" y="1356454"/>
                  </a:lnTo>
                  <a:lnTo>
                    <a:pt x="588784" y="1364791"/>
                  </a:lnTo>
                  <a:lnTo>
                    <a:pt x="636828" y="1369878"/>
                  </a:lnTo>
                  <a:lnTo>
                    <a:pt x="685799" y="1371600"/>
                  </a:lnTo>
                  <a:lnTo>
                    <a:pt x="734771" y="1369878"/>
                  </a:lnTo>
                  <a:lnTo>
                    <a:pt x="782815" y="1364791"/>
                  </a:lnTo>
                  <a:lnTo>
                    <a:pt x="829814" y="1356454"/>
                  </a:lnTo>
                  <a:lnTo>
                    <a:pt x="875652" y="1344983"/>
                  </a:lnTo>
                  <a:lnTo>
                    <a:pt x="920213" y="1330495"/>
                  </a:lnTo>
                  <a:lnTo>
                    <a:pt x="963381" y="1313104"/>
                  </a:lnTo>
                  <a:lnTo>
                    <a:pt x="1005040" y="1292928"/>
                  </a:lnTo>
                  <a:lnTo>
                    <a:pt x="1045074" y="1270081"/>
                  </a:lnTo>
                  <a:lnTo>
                    <a:pt x="1083366" y="1244681"/>
                  </a:lnTo>
                  <a:lnTo>
                    <a:pt x="1119801" y="1216842"/>
                  </a:lnTo>
                  <a:lnTo>
                    <a:pt x="1154263" y="1186680"/>
                  </a:lnTo>
                  <a:lnTo>
                    <a:pt x="1186635" y="1154312"/>
                  </a:lnTo>
                  <a:lnTo>
                    <a:pt x="1216801" y="1119854"/>
                  </a:lnTo>
                  <a:lnTo>
                    <a:pt x="1244645" y="1083421"/>
                  </a:lnTo>
                  <a:lnTo>
                    <a:pt x="1270051" y="1045130"/>
                  </a:lnTo>
                  <a:lnTo>
                    <a:pt x="1292903" y="1005096"/>
                  </a:lnTo>
                  <a:lnTo>
                    <a:pt x="1313085" y="963435"/>
                  </a:lnTo>
                  <a:lnTo>
                    <a:pt x="1330481" y="920263"/>
                  </a:lnTo>
                  <a:lnTo>
                    <a:pt x="1344974" y="875697"/>
                  </a:lnTo>
                  <a:lnTo>
                    <a:pt x="1356448" y="829851"/>
                  </a:lnTo>
                  <a:lnTo>
                    <a:pt x="1364788" y="782842"/>
                  </a:lnTo>
                  <a:lnTo>
                    <a:pt x="1369877" y="734787"/>
                  </a:lnTo>
                  <a:lnTo>
                    <a:pt x="1371599" y="685800"/>
                  </a:lnTo>
                  <a:lnTo>
                    <a:pt x="1369877" y="636828"/>
                  </a:lnTo>
                  <a:lnTo>
                    <a:pt x="1364788" y="588784"/>
                  </a:lnTo>
                  <a:lnTo>
                    <a:pt x="1356448" y="541785"/>
                  </a:lnTo>
                  <a:lnTo>
                    <a:pt x="1344974" y="495947"/>
                  </a:lnTo>
                  <a:lnTo>
                    <a:pt x="1330481" y="451386"/>
                  </a:lnTo>
                  <a:lnTo>
                    <a:pt x="1313085" y="408218"/>
                  </a:lnTo>
                  <a:lnTo>
                    <a:pt x="1292903" y="366559"/>
                  </a:lnTo>
                  <a:lnTo>
                    <a:pt x="1270051" y="326525"/>
                  </a:lnTo>
                  <a:lnTo>
                    <a:pt x="1244645" y="288233"/>
                  </a:lnTo>
                  <a:lnTo>
                    <a:pt x="1216801" y="251798"/>
                  </a:lnTo>
                  <a:lnTo>
                    <a:pt x="1186635" y="217336"/>
                  </a:lnTo>
                  <a:lnTo>
                    <a:pt x="1154263" y="184964"/>
                  </a:lnTo>
                  <a:lnTo>
                    <a:pt x="1119801" y="154798"/>
                  </a:lnTo>
                  <a:lnTo>
                    <a:pt x="1083366" y="126954"/>
                  </a:lnTo>
                  <a:lnTo>
                    <a:pt x="1045074" y="101548"/>
                  </a:lnTo>
                  <a:lnTo>
                    <a:pt x="1005040" y="78696"/>
                  </a:lnTo>
                  <a:lnTo>
                    <a:pt x="963381" y="58514"/>
                  </a:lnTo>
                  <a:lnTo>
                    <a:pt x="920213" y="41118"/>
                  </a:lnTo>
                  <a:lnTo>
                    <a:pt x="875652" y="26625"/>
                  </a:lnTo>
                  <a:lnTo>
                    <a:pt x="829814" y="15151"/>
                  </a:lnTo>
                  <a:lnTo>
                    <a:pt x="782815" y="6811"/>
                  </a:lnTo>
                  <a:lnTo>
                    <a:pt x="734771" y="1722"/>
                  </a:lnTo>
                  <a:lnTo>
                    <a:pt x="685799" y="0"/>
                  </a:lnTo>
                  <a:close/>
                </a:path>
              </a:pathLst>
            </a:custGeom>
            <a:solidFill>
              <a:srgbClr val="1564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78408" y="1648205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685800"/>
                  </a:moveTo>
                  <a:lnTo>
                    <a:pt x="1722" y="636828"/>
                  </a:lnTo>
                  <a:lnTo>
                    <a:pt x="6811" y="588784"/>
                  </a:lnTo>
                  <a:lnTo>
                    <a:pt x="15151" y="541785"/>
                  </a:lnTo>
                  <a:lnTo>
                    <a:pt x="26625" y="495947"/>
                  </a:lnTo>
                  <a:lnTo>
                    <a:pt x="41118" y="451386"/>
                  </a:lnTo>
                  <a:lnTo>
                    <a:pt x="58514" y="408218"/>
                  </a:lnTo>
                  <a:lnTo>
                    <a:pt x="78696" y="366559"/>
                  </a:lnTo>
                  <a:lnTo>
                    <a:pt x="101548" y="326525"/>
                  </a:lnTo>
                  <a:lnTo>
                    <a:pt x="126954" y="288233"/>
                  </a:lnTo>
                  <a:lnTo>
                    <a:pt x="154798" y="251798"/>
                  </a:lnTo>
                  <a:lnTo>
                    <a:pt x="184964" y="217336"/>
                  </a:lnTo>
                  <a:lnTo>
                    <a:pt x="217336" y="184964"/>
                  </a:lnTo>
                  <a:lnTo>
                    <a:pt x="251798" y="154798"/>
                  </a:lnTo>
                  <a:lnTo>
                    <a:pt x="288233" y="126954"/>
                  </a:lnTo>
                  <a:lnTo>
                    <a:pt x="326525" y="101548"/>
                  </a:lnTo>
                  <a:lnTo>
                    <a:pt x="366559" y="78696"/>
                  </a:lnTo>
                  <a:lnTo>
                    <a:pt x="408218" y="58514"/>
                  </a:lnTo>
                  <a:lnTo>
                    <a:pt x="451386" y="41118"/>
                  </a:lnTo>
                  <a:lnTo>
                    <a:pt x="495947" y="26625"/>
                  </a:lnTo>
                  <a:lnTo>
                    <a:pt x="541785" y="15151"/>
                  </a:lnTo>
                  <a:lnTo>
                    <a:pt x="588784" y="6811"/>
                  </a:lnTo>
                  <a:lnTo>
                    <a:pt x="636828" y="1722"/>
                  </a:lnTo>
                  <a:lnTo>
                    <a:pt x="685799" y="0"/>
                  </a:lnTo>
                  <a:lnTo>
                    <a:pt x="734771" y="1722"/>
                  </a:lnTo>
                  <a:lnTo>
                    <a:pt x="782815" y="6811"/>
                  </a:lnTo>
                  <a:lnTo>
                    <a:pt x="829814" y="15151"/>
                  </a:lnTo>
                  <a:lnTo>
                    <a:pt x="875652" y="26625"/>
                  </a:lnTo>
                  <a:lnTo>
                    <a:pt x="920213" y="41118"/>
                  </a:lnTo>
                  <a:lnTo>
                    <a:pt x="963381" y="58514"/>
                  </a:lnTo>
                  <a:lnTo>
                    <a:pt x="1005040" y="78696"/>
                  </a:lnTo>
                  <a:lnTo>
                    <a:pt x="1045074" y="101548"/>
                  </a:lnTo>
                  <a:lnTo>
                    <a:pt x="1083366" y="126954"/>
                  </a:lnTo>
                  <a:lnTo>
                    <a:pt x="1119801" y="154798"/>
                  </a:lnTo>
                  <a:lnTo>
                    <a:pt x="1154263" y="184964"/>
                  </a:lnTo>
                  <a:lnTo>
                    <a:pt x="1186635" y="217336"/>
                  </a:lnTo>
                  <a:lnTo>
                    <a:pt x="1216801" y="251798"/>
                  </a:lnTo>
                  <a:lnTo>
                    <a:pt x="1244645" y="288233"/>
                  </a:lnTo>
                  <a:lnTo>
                    <a:pt x="1270051" y="326525"/>
                  </a:lnTo>
                  <a:lnTo>
                    <a:pt x="1292903" y="366559"/>
                  </a:lnTo>
                  <a:lnTo>
                    <a:pt x="1313085" y="408218"/>
                  </a:lnTo>
                  <a:lnTo>
                    <a:pt x="1330481" y="451386"/>
                  </a:lnTo>
                  <a:lnTo>
                    <a:pt x="1344974" y="495947"/>
                  </a:lnTo>
                  <a:lnTo>
                    <a:pt x="1356448" y="541785"/>
                  </a:lnTo>
                  <a:lnTo>
                    <a:pt x="1364788" y="588784"/>
                  </a:lnTo>
                  <a:lnTo>
                    <a:pt x="1369877" y="636828"/>
                  </a:lnTo>
                  <a:lnTo>
                    <a:pt x="1371599" y="685800"/>
                  </a:lnTo>
                  <a:lnTo>
                    <a:pt x="1369877" y="734787"/>
                  </a:lnTo>
                  <a:lnTo>
                    <a:pt x="1364788" y="782842"/>
                  </a:lnTo>
                  <a:lnTo>
                    <a:pt x="1356448" y="829851"/>
                  </a:lnTo>
                  <a:lnTo>
                    <a:pt x="1344974" y="875697"/>
                  </a:lnTo>
                  <a:lnTo>
                    <a:pt x="1330481" y="920263"/>
                  </a:lnTo>
                  <a:lnTo>
                    <a:pt x="1313085" y="963435"/>
                  </a:lnTo>
                  <a:lnTo>
                    <a:pt x="1292903" y="1005096"/>
                  </a:lnTo>
                  <a:lnTo>
                    <a:pt x="1270051" y="1045130"/>
                  </a:lnTo>
                  <a:lnTo>
                    <a:pt x="1244645" y="1083421"/>
                  </a:lnTo>
                  <a:lnTo>
                    <a:pt x="1216801" y="1119854"/>
                  </a:lnTo>
                  <a:lnTo>
                    <a:pt x="1186635" y="1154312"/>
                  </a:lnTo>
                  <a:lnTo>
                    <a:pt x="1154263" y="1186680"/>
                  </a:lnTo>
                  <a:lnTo>
                    <a:pt x="1119801" y="1216842"/>
                  </a:lnTo>
                  <a:lnTo>
                    <a:pt x="1083366" y="1244681"/>
                  </a:lnTo>
                  <a:lnTo>
                    <a:pt x="1045074" y="1270081"/>
                  </a:lnTo>
                  <a:lnTo>
                    <a:pt x="1005040" y="1292928"/>
                  </a:lnTo>
                  <a:lnTo>
                    <a:pt x="963381" y="1313104"/>
                  </a:lnTo>
                  <a:lnTo>
                    <a:pt x="920213" y="1330495"/>
                  </a:lnTo>
                  <a:lnTo>
                    <a:pt x="875652" y="1344983"/>
                  </a:lnTo>
                  <a:lnTo>
                    <a:pt x="829814" y="1356454"/>
                  </a:lnTo>
                  <a:lnTo>
                    <a:pt x="782815" y="1364791"/>
                  </a:lnTo>
                  <a:lnTo>
                    <a:pt x="734771" y="1369878"/>
                  </a:lnTo>
                  <a:lnTo>
                    <a:pt x="685799" y="1371600"/>
                  </a:lnTo>
                  <a:lnTo>
                    <a:pt x="636828" y="1369878"/>
                  </a:lnTo>
                  <a:lnTo>
                    <a:pt x="588784" y="1364791"/>
                  </a:lnTo>
                  <a:lnTo>
                    <a:pt x="541785" y="1356454"/>
                  </a:lnTo>
                  <a:lnTo>
                    <a:pt x="495947" y="1344983"/>
                  </a:lnTo>
                  <a:lnTo>
                    <a:pt x="451386" y="1330495"/>
                  </a:lnTo>
                  <a:lnTo>
                    <a:pt x="408218" y="1313104"/>
                  </a:lnTo>
                  <a:lnTo>
                    <a:pt x="366559" y="1292928"/>
                  </a:lnTo>
                  <a:lnTo>
                    <a:pt x="326525" y="1270081"/>
                  </a:lnTo>
                  <a:lnTo>
                    <a:pt x="288233" y="1244681"/>
                  </a:lnTo>
                  <a:lnTo>
                    <a:pt x="251798" y="1216842"/>
                  </a:lnTo>
                  <a:lnTo>
                    <a:pt x="217336" y="1186680"/>
                  </a:lnTo>
                  <a:lnTo>
                    <a:pt x="184964" y="1154312"/>
                  </a:lnTo>
                  <a:lnTo>
                    <a:pt x="154798" y="1119854"/>
                  </a:lnTo>
                  <a:lnTo>
                    <a:pt x="126954" y="1083421"/>
                  </a:lnTo>
                  <a:lnTo>
                    <a:pt x="101548" y="1045130"/>
                  </a:lnTo>
                  <a:lnTo>
                    <a:pt x="78696" y="1005096"/>
                  </a:lnTo>
                  <a:lnTo>
                    <a:pt x="58514" y="963435"/>
                  </a:lnTo>
                  <a:lnTo>
                    <a:pt x="41118" y="920263"/>
                  </a:lnTo>
                  <a:lnTo>
                    <a:pt x="26625" y="875697"/>
                  </a:lnTo>
                  <a:lnTo>
                    <a:pt x="15151" y="829851"/>
                  </a:lnTo>
                  <a:lnTo>
                    <a:pt x="6811" y="782842"/>
                  </a:lnTo>
                  <a:lnTo>
                    <a:pt x="1722" y="734787"/>
                  </a:lnTo>
                  <a:lnTo>
                    <a:pt x="0" y="6858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255" y="2119871"/>
              <a:ext cx="2989326" cy="2852166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274320" y="2196871"/>
            <a:ext cx="2788920" cy="2651760"/>
          </a:xfrm>
          <a:prstGeom prst="rect">
            <a:avLst/>
          </a:prstGeom>
          <a:solidFill>
            <a:srgbClr val="DAE2F3"/>
          </a:solidFill>
        </p:spPr>
        <p:txBody>
          <a:bodyPr wrap="square" lIns="0" tIns="1016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</a:pPr>
            <a:endParaRPr sz="1600">
              <a:latin typeface="Times New Roman"/>
              <a:cs typeface="Times New Roman"/>
            </a:endParaRPr>
          </a:p>
          <a:p>
            <a:pPr algn="ctr" marR="39370">
              <a:lnSpc>
                <a:spcPct val="100000"/>
              </a:lnSpc>
            </a:pPr>
            <a:r>
              <a:rPr dirty="0" sz="1600" spc="-105" b="1">
                <a:latin typeface="Tahoma"/>
                <a:cs typeface="Tahoma"/>
              </a:rPr>
              <a:t>Demo</a:t>
            </a:r>
            <a:r>
              <a:rPr dirty="0" sz="1600" spc="-35" b="1">
                <a:latin typeface="Tahoma"/>
                <a:cs typeface="Tahoma"/>
              </a:rPr>
              <a:t> </a:t>
            </a:r>
            <a:r>
              <a:rPr dirty="0" sz="1600" spc="-60" b="1">
                <a:latin typeface="Tahoma"/>
                <a:cs typeface="Tahoma"/>
              </a:rPr>
              <a:t>1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3087623" y="1629155"/>
            <a:ext cx="5934075" cy="3347720"/>
            <a:chOff x="3087623" y="1629155"/>
            <a:chExt cx="5934075" cy="3347720"/>
          </a:xfrm>
        </p:grpSpPr>
        <p:sp>
          <p:nvSpPr>
            <p:cNvPr id="10" name="object 10" descr=""/>
            <p:cNvSpPr/>
            <p:nvPr/>
          </p:nvSpPr>
          <p:spPr>
            <a:xfrm>
              <a:off x="3922775" y="1648205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685800" y="0"/>
                  </a:moveTo>
                  <a:lnTo>
                    <a:pt x="636828" y="1722"/>
                  </a:lnTo>
                  <a:lnTo>
                    <a:pt x="588784" y="6811"/>
                  </a:lnTo>
                  <a:lnTo>
                    <a:pt x="541785" y="15151"/>
                  </a:lnTo>
                  <a:lnTo>
                    <a:pt x="495947" y="26625"/>
                  </a:lnTo>
                  <a:lnTo>
                    <a:pt x="451386" y="41118"/>
                  </a:lnTo>
                  <a:lnTo>
                    <a:pt x="408218" y="58514"/>
                  </a:lnTo>
                  <a:lnTo>
                    <a:pt x="366559" y="78696"/>
                  </a:lnTo>
                  <a:lnTo>
                    <a:pt x="326525" y="101548"/>
                  </a:lnTo>
                  <a:lnTo>
                    <a:pt x="288233" y="126954"/>
                  </a:lnTo>
                  <a:lnTo>
                    <a:pt x="251798" y="154798"/>
                  </a:lnTo>
                  <a:lnTo>
                    <a:pt x="217336" y="184964"/>
                  </a:lnTo>
                  <a:lnTo>
                    <a:pt x="184964" y="217336"/>
                  </a:lnTo>
                  <a:lnTo>
                    <a:pt x="154798" y="251798"/>
                  </a:lnTo>
                  <a:lnTo>
                    <a:pt x="126954" y="288233"/>
                  </a:lnTo>
                  <a:lnTo>
                    <a:pt x="101548" y="326525"/>
                  </a:lnTo>
                  <a:lnTo>
                    <a:pt x="78696" y="366559"/>
                  </a:lnTo>
                  <a:lnTo>
                    <a:pt x="58514" y="408218"/>
                  </a:lnTo>
                  <a:lnTo>
                    <a:pt x="41118" y="451386"/>
                  </a:lnTo>
                  <a:lnTo>
                    <a:pt x="26625" y="495947"/>
                  </a:lnTo>
                  <a:lnTo>
                    <a:pt x="15151" y="541785"/>
                  </a:lnTo>
                  <a:lnTo>
                    <a:pt x="6811" y="588784"/>
                  </a:lnTo>
                  <a:lnTo>
                    <a:pt x="1722" y="636828"/>
                  </a:lnTo>
                  <a:lnTo>
                    <a:pt x="0" y="685800"/>
                  </a:lnTo>
                  <a:lnTo>
                    <a:pt x="1722" y="734787"/>
                  </a:lnTo>
                  <a:lnTo>
                    <a:pt x="6811" y="782842"/>
                  </a:lnTo>
                  <a:lnTo>
                    <a:pt x="15151" y="829851"/>
                  </a:lnTo>
                  <a:lnTo>
                    <a:pt x="26625" y="875697"/>
                  </a:lnTo>
                  <a:lnTo>
                    <a:pt x="41118" y="920263"/>
                  </a:lnTo>
                  <a:lnTo>
                    <a:pt x="58514" y="963435"/>
                  </a:lnTo>
                  <a:lnTo>
                    <a:pt x="78696" y="1005096"/>
                  </a:lnTo>
                  <a:lnTo>
                    <a:pt x="101548" y="1045130"/>
                  </a:lnTo>
                  <a:lnTo>
                    <a:pt x="126954" y="1083421"/>
                  </a:lnTo>
                  <a:lnTo>
                    <a:pt x="154798" y="1119854"/>
                  </a:lnTo>
                  <a:lnTo>
                    <a:pt x="184964" y="1154312"/>
                  </a:lnTo>
                  <a:lnTo>
                    <a:pt x="217336" y="1186680"/>
                  </a:lnTo>
                  <a:lnTo>
                    <a:pt x="251798" y="1216842"/>
                  </a:lnTo>
                  <a:lnTo>
                    <a:pt x="288233" y="1244681"/>
                  </a:lnTo>
                  <a:lnTo>
                    <a:pt x="326525" y="1270081"/>
                  </a:lnTo>
                  <a:lnTo>
                    <a:pt x="366559" y="1292928"/>
                  </a:lnTo>
                  <a:lnTo>
                    <a:pt x="408218" y="1313104"/>
                  </a:lnTo>
                  <a:lnTo>
                    <a:pt x="451386" y="1330495"/>
                  </a:lnTo>
                  <a:lnTo>
                    <a:pt x="495947" y="1344983"/>
                  </a:lnTo>
                  <a:lnTo>
                    <a:pt x="541785" y="1356454"/>
                  </a:lnTo>
                  <a:lnTo>
                    <a:pt x="588784" y="1364791"/>
                  </a:lnTo>
                  <a:lnTo>
                    <a:pt x="636828" y="1369878"/>
                  </a:lnTo>
                  <a:lnTo>
                    <a:pt x="685800" y="1371600"/>
                  </a:lnTo>
                  <a:lnTo>
                    <a:pt x="734771" y="1369878"/>
                  </a:lnTo>
                  <a:lnTo>
                    <a:pt x="782815" y="1364791"/>
                  </a:lnTo>
                  <a:lnTo>
                    <a:pt x="829814" y="1356454"/>
                  </a:lnTo>
                  <a:lnTo>
                    <a:pt x="875652" y="1344983"/>
                  </a:lnTo>
                  <a:lnTo>
                    <a:pt x="920213" y="1330495"/>
                  </a:lnTo>
                  <a:lnTo>
                    <a:pt x="963381" y="1313104"/>
                  </a:lnTo>
                  <a:lnTo>
                    <a:pt x="1005040" y="1292928"/>
                  </a:lnTo>
                  <a:lnTo>
                    <a:pt x="1045074" y="1270081"/>
                  </a:lnTo>
                  <a:lnTo>
                    <a:pt x="1083366" y="1244681"/>
                  </a:lnTo>
                  <a:lnTo>
                    <a:pt x="1119801" y="1216842"/>
                  </a:lnTo>
                  <a:lnTo>
                    <a:pt x="1154263" y="1186680"/>
                  </a:lnTo>
                  <a:lnTo>
                    <a:pt x="1186635" y="1154312"/>
                  </a:lnTo>
                  <a:lnTo>
                    <a:pt x="1216801" y="1119854"/>
                  </a:lnTo>
                  <a:lnTo>
                    <a:pt x="1244645" y="1083421"/>
                  </a:lnTo>
                  <a:lnTo>
                    <a:pt x="1270051" y="1045130"/>
                  </a:lnTo>
                  <a:lnTo>
                    <a:pt x="1292903" y="1005096"/>
                  </a:lnTo>
                  <a:lnTo>
                    <a:pt x="1313085" y="963435"/>
                  </a:lnTo>
                  <a:lnTo>
                    <a:pt x="1330481" y="920263"/>
                  </a:lnTo>
                  <a:lnTo>
                    <a:pt x="1344974" y="875697"/>
                  </a:lnTo>
                  <a:lnTo>
                    <a:pt x="1356448" y="829851"/>
                  </a:lnTo>
                  <a:lnTo>
                    <a:pt x="1364788" y="782842"/>
                  </a:lnTo>
                  <a:lnTo>
                    <a:pt x="1369877" y="734787"/>
                  </a:lnTo>
                  <a:lnTo>
                    <a:pt x="1371600" y="685800"/>
                  </a:lnTo>
                  <a:lnTo>
                    <a:pt x="1369877" y="636828"/>
                  </a:lnTo>
                  <a:lnTo>
                    <a:pt x="1364788" y="588784"/>
                  </a:lnTo>
                  <a:lnTo>
                    <a:pt x="1356448" y="541785"/>
                  </a:lnTo>
                  <a:lnTo>
                    <a:pt x="1344974" y="495947"/>
                  </a:lnTo>
                  <a:lnTo>
                    <a:pt x="1330481" y="451386"/>
                  </a:lnTo>
                  <a:lnTo>
                    <a:pt x="1313085" y="408218"/>
                  </a:lnTo>
                  <a:lnTo>
                    <a:pt x="1292903" y="366559"/>
                  </a:lnTo>
                  <a:lnTo>
                    <a:pt x="1270051" y="326525"/>
                  </a:lnTo>
                  <a:lnTo>
                    <a:pt x="1244645" y="288233"/>
                  </a:lnTo>
                  <a:lnTo>
                    <a:pt x="1216801" y="251798"/>
                  </a:lnTo>
                  <a:lnTo>
                    <a:pt x="1186635" y="217336"/>
                  </a:lnTo>
                  <a:lnTo>
                    <a:pt x="1154263" y="184964"/>
                  </a:lnTo>
                  <a:lnTo>
                    <a:pt x="1119801" y="154798"/>
                  </a:lnTo>
                  <a:lnTo>
                    <a:pt x="1083366" y="126954"/>
                  </a:lnTo>
                  <a:lnTo>
                    <a:pt x="1045074" y="101548"/>
                  </a:lnTo>
                  <a:lnTo>
                    <a:pt x="1005040" y="78696"/>
                  </a:lnTo>
                  <a:lnTo>
                    <a:pt x="963381" y="58514"/>
                  </a:lnTo>
                  <a:lnTo>
                    <a:pt x="920213" y="41118"/>
                  </a:lnTo>
                  <a:lnTo>
                    <a:pt x="875652" y="26625"/>
                  </a:lnTo>
                  <a:lnTo>
                    <a:pt x="829814" y="15151"/>
                  </a:lnTo>
                  <a:lnTo>
                    <a:pt x="782815" y="6811"/>
                  </a:lnTo>
                  <a:lnTo>
                    <a:pt x="734771" y="1722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922775" y="1648205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685800"/>
                  </a:moveTo>
                  <a:lnTo>
                    <a:pt x="1722" y="636828"/>
                  </a:lnTo>
                  <a:lnTo>
                    <a:pt x="6811" y="588784"/>
                  </a:lnTo>
                  <a:lnTo>
                    <a:pt x="15151" y="541785"/>
                  </a:lnTo>
                  <a:lnTo>
                    <a:pt x="26625" y="495947"/>
                  </a:lnTo>
                  <a:lnTo>
                    <a:pt x="41118" y="451386"/>
                  </a:lnTo>
                  <a:lnTo>
                    <a:pt x="58514" y="408218"/>
                  </a:lnTo>
                  <a:lnTo>
                    <a:pt x="78696" y="366559"/>
                  </a:lnTo>
                  <a:lnTo>
                    <a:pt x="101548" y="326525"/>
                  </a:lnTo>
                  <a:lnTo>
                    <a:pt x="126954" y="288233"/>
                  </a:lnTo>
                  <a:lnTo>
                    <a:pt x="154798" y="251798"/>
                  </a:lnTo>
                  <a:lnTo>
                    <a:pt x="184964" y="217336"/>
                  </a:lnTo>
                  <a:lnTo>
                    <a:pt x="217336" y="184964"/>
                  </a:lnTo>
                  <a:lnTo>
                    <a:pt x="251798" y="154798"/>
                  </a:lnTo>
                  <a:lnTo>
                    <a:pt x="288233" y="126954"/>
                  </a:lnTo>
                  <a:lnTo>
                    <a:pt x="326525" y="101548"/>
                  </a:lnTo>
                  <a:lnTo>
                    <a:pt x="366559" y="78696"/>
                  </a:lnTo>
                  <a:lnTo>
                    <a:pt x="408218" y="58514"/>
                  </a:lnTo>
                  <a:lnTo>
                    <a:pt x="451386" y="41118"/>
                  </a:lnTo>
                  <a:lnTo>
                    <a:pt x="495947" y="26625"/>
                  </a:lnTo>
                  <a:lnTo>
                    <a:pt x="541785" y="15151"/>
                  </a:lnTo>
                  <a:lnTo>
                    <a:pt x="588784" y="6811"/>
                  </a:lnTo>
                  <a:lnTo>
                    <a:pt x="636828" y="1722"/>
                  </a:lnTo>
                  <a:lnTo>
                    <a:pt x="685800" y="0"/>
                  </a:lnTo>
                  <a:lnTo>
                    <a:pt x="734771" y="1722"/>
                  </a:lnTo>
                  <a:lnTo>
                    <a:pt x="782815" y="6811"/>
                  </a:lnTo>
                  <a:lnTo>
                    <a:pt x="829814" y="15151"/>
                  </a:lnTo>
                  <a:lnTo>
                    <a:pt x="875652" y="26625"/>
                  </a:lnTo>
                  <a:lnTo>
                    <a:pt x="920213" y="41118"/>
                  </a:lnTo>
                  <a:lnTo>
                    <a:pt x="963381" y="58514"/>
                  </a:lnTo>
                  <a:lnTo>
                    <a:pt x="1005040" y="78696"/>
                  </a:lnTo>
                  <a:lnTo>
                    <a:pt x="1045074" y="101548"/>
                  </a:lnTo>
                  <a:lnTo>
                    <a:pt x="1083366" y="126954"/>
                  </a:lnTo>
                  <a:lnTo>
                    <a:pt x="1119801" y="154798"/>
                  </a:lnTo>
                  <a:lnTo>
                    <a:pt x="1154263" y="184964"/>
                  </a:lnTo>
                  <a:lnTo>
                    <a:pt x="1186635" y="217336"/>
                  </a:lnTo>
                  <a:lnTo>
                    <a:pt x="1216801" y="251798"/>
                  </a:lnTo>
                  <a:lnTo>
                    <a:pt x="1244645" y="288233"/>
                  </a:lnTo>
                  <a:lnTo>
                    <a:pt x="1270051" y="326525"/>
                  </a:lnTo>
                  <a:lnTo>
                    <a:pt x="1292903" y="366559"/>
                  </a:lnTo>
                  <a:lnTo>
                    <a:pt x="1313085" y="408218"/>
                  </a:lnTo>
                  <a:lnTo>
                    <a:pt x="1330481" y="451386"/>
                  </a:lnTo>
                  <a:lnTo>
                    <a:pt x="1344974" y="495947"/>
                  </a:lnTo>
                  <a:lnTo>
                    <a:pt x="1356448" y="541785"/>
                  </a:lnTo>
                  <a:lnTo>
                    <a:pt x="1364788" y="588784"/>
                  </a:lnTo>
                  <a:lnTo>
                    <a:pt x="1369877" y="636828"/>
                  </a:lnTo>
                  <a:lnTo>
                    <a:pt x="1371600" y="685800"/>
                  </a:lnTo>
                  <a:lnTo>
                    <a:pt x="1369877" y="734787"/>
                  </a:lnTo>
                  <a:lnTo>
                    <a:pt x="1364788" y="782842"/>
                  </a:lnTo>
                  <a:lnTo>
                    <a:pt x="1356448" y="829851"/>
                  </a:lnTo>
                  <a:lnTo>
                    <a:pt x="1344974" y="875697"/>
                  </a:lnTo>
                  <a:lnTo>
                    <a:pt x="1330481" y="920263"/>
                  </a:lnTo>
                  <a:lnTo>
                    <a:pt x="1313085" y="963435"/>
                  </a:lnTo>
                  <a:lnTo>
                    <a:pt x="1292903" y="1005096"/>
                  </a:lnTo>
                  <a:lnTo>
                    <a:pt x="1270051" y="1045130"/>
                  </a:lnTo>
                  <a:lnTo>
                    <a:pt x="1244645" y="1083421"/>
                  </a:lnTo>
                  <a:lnTo>
                    <a:pt x="1216801" y="1119854"/>
                  </a:lnTo>
                  <a:lnTo>
                    <a:pt x="1186635" y="1154312"/>
                  </a:lnTo>
                  <a:lnTo>
                    <a:pt x="1154263" y="1186680"/>
                  </a:lnTo>
                  <a:lnTo>
                    <a:pt x="1119801" y="1216842"/>
                  </a:lnTo>
                  <a:lnTo>
                    <a:pt x="1083366" y="1244681"/>
                  </a:lnTo>
                  <a:lnTo>
                    <a:pt x="1045074" y="1270081"/>
                  </a:lnTo>
                  <a:lnTo>
                    <a:pt x="1005040" y="1292928"/>
                  </a:lnTo>
                  <a:lnTo>
                    <a:pt x="963381" y="1313104"/>
                  </a:lnTo>
                  <a:lnTo>
                    <a:pt x="920213" y="1330495"/>
                  </a:lnTo>
                  <a:lnTo>
                    <a:pt x="875652" y="1344983"/>
                  </a:lnTo>
                  <a:lnTo>
                    <a:pt x="829814" y="1356454"/>
                  </a:lnTo>
                  <a:lnTo>
                    <a:pt x="782815" y="1364791"/>
                  </a:lnTo>
                  <a:lnTo>
                    <a:pt x="734771" y="1369878"/>
                  </a:lnTo>
                  <a:lnTo>
                    <a:pt x="685800" y="1371600"/>
                  </a:lnTo>
                  <a:lnTo>
                    <a:pt x="636828" y="1369878"/>
                  </a:lnTo>
                  <a:lnTo>
                    <a:pt x="588784" y="1364791"/>
                  </a:lnTo>
                  <a:lnTo>
                    <a:pt x="541785" y="1356454"/>
                  </a:lnTo>
                  <a:lnTo>
                    <a:pt x="495947" y="1344983"/>
                  </a:lnTo>
                  <a:lnTo>
                    <a:pt x="451386" y="1330495"/>
                  </a:lnTo>
                  <a:lnTo>
                    <a:pt x="408218" y="1313104"/>
                  </a:lnTo>
                  <a:lnTo>
                    <a:pt x="366559" y="1292928"/>
                  </a:lnTo>
                  <a:lnTo>
                    <a:pt x="326525" y="1270081"/>
                  </a:lnTo>
                  <a:lnTo>
                    <a:pt x="288233" y="1244681"/>
                  </a:lnTo>
                  <a:lnTo>
                    <a:pt x="251798" y="1216842"/>
                  </a:lnTo>
                  <a:lnTo>
                    <a:pt x="217336" y="1186680"/>
                  </a:lnTo>
                  <a:lnTo>
                    <a:pt x="184964" y="1154312"/>
                  </a:lnTo>
                  <a:lnTo>
                    <a:pt x="154798" y="1119854"/>
                  </a:lnTo>
                  <a:lnTo>
                    <a:pt x="126954" y="1083421"/>
                  </a:lnTo>
                  <a:lnTo>
                    <a:pt x="101548" y="1045130"/>
                  </a:lnTo>
                  <a:lnTo>
                    <a:pt x="78696" y="1005096"/>
                  </a:lnTo>
                  <a:lnTo>
                    <a:pt x="58514" y="963435"/>
                  </a:lnTo>
                  <a:lnTo>
                    <a:pt x="41118" y="920263"/>
                  </a:lnTo>
                  <a:lnTo>
                    <a:pt x="26625" y="875697"/>
                  </a:lnTo>
                  <a:lnTo>
                    <a:pt x="15151" y="829851"/>
                  </a:lnTo>
                  <a:lnTo>
                    <a:pt x="6811" y="782842"/>
                  </a:lnTo>
                  <a:lnTo>
                    <a:pt x="1722" y="734787"/>
                  </a:lnTo>
                  <a:lnTo>
                    <a:pt x="0" y="6858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87623" y="2119871"/>
              <a:ext cx="2989326" cy="2852166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6867144" y="1648205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685800" y="0"/>
                  </a:moveTo>
                  <a:lnTo>
                    <a:pt x="636828" y="1722"/>
                  </a:lnTo>
                  <a:lnTo>
                    <a:pt x="588784" y="6811"/>
                  </a:lnTo>
                  <a:lnTo>
                    <a:pt x="541785" y="15151"/>
                  </a:lnTo>
                  <a:lnTo>
                    <a:pt x="495947" y="26625"/>
                  </a:lnTo>
                  <a:lnTo>
                    <a:pt x="451386" y="41118"/>
                  </a:lnTo>
                  <a:lnTo>
                    <a:pt x="408218" y="58514"/>
                  </a:lnTo>
                  <a:lnTo>
                    <a:pt x="366559" y="78696"/>
                  </a:lnTo>
                  <a:lnTo>
                    <a:pt x="326525" y="101548"/>
                  </a:lnTo>
                  <a:lnTo>
                    <a:pt x="288233" y="126954"/>
                  </a:lnTo>
                  <a:lnTo>
                    <a:pt x="251798" y="154798"/>
                  </a:lnTo>
                  <a:lnTo>
                    <a:pt x="217336" y="184964"/>
                  </a:lnTo>
                  <a:lnTo>
                    <a:pt x="184964" y="217336"/>
                  </a:lnTo>
                  <a:lnTo>
                    <a:pt x="154798" y="251798"/>
                  </a:lnTo>
                  <a:lnTo>
                    <a:pt x="126954" y="288233"/>
                  </a:lnTo>
                  <a:lnTo>
                    <a:pt x="101548" y="326525"/>
                  </a:lnTo>
                  <a:lnTo>
                    <a:pt x="78696" y="366559"/>
                  </a:lnTo>
                  <a:lnTo>
                    <a:pt x="58514" y="408218"/>
                  </a:lnTo>
                  <a:lnTo>
                    <a:pt x="41118" y="451386"/>
                  </a:lnTo>
                  <a:lnTo>
                    <a:pt x="26625" y="495947"/>
                  </a:lnTo>
                  <a:lnTo>
                    <a:pt x="15151" y="541785"/>
                  </a:lnTo>
                  <a:lnTo>
                    <a:pt x="6811" y="588784"/>
                  </a:lnTo>
                  <a:lnTo>
                    <a:pt x="1722" y="636828"/>
                  </a:lnTo>
                  <a:lnTo>
                    <a:pt x="0" y="685800"/>
                  </a:lnTo>
                  <a:lnTo>
                    <a:pt x="1722" y="734787"/>
                  </a:lnTo>
                  <a:lnTo>
                    <a:pt x="6811" y="782842"/>
                  </a:lnTo>
                  <a:lnTo>
                    <a:pt x="15151" y="829851"/>
                  </a:lnTo>
                  <a:lnTo>
                    <a:pt x="26625" y="875697"/>
                  </a:lnTo>
                  <a:lnTo>
                    <a:pt x="41118" y="920263"/>
                  </a:lnTo>
                  <a:lnTo>
                    <a:pt x="58514" y="963435"/>
                  </a:lnTo>
                  <a:lnTo>
                    <a:pt x="78696" y="1005096"/>
                  </a:lnTo>
                  <a:lnTo>
                    <a:pt x="101548" y="1045130"/>
                  </a:lnTo>
                  <a:lnTo>
                    <a:pt x="126954" y="1083421"/>
                  </a:lnTo>
                  <a:lnTo>
                    <a:pt x="154798" y="1119854"/>
                  </a:lnTo>
                  <a:lnTo>
                    <a:pt x="184964" y="1154312"/>
                  </a:lnTo>
                  <a:lnTo>
                    <a:pt x="217336" y="1186680"/>
                  </a:lnTo>
                  <a:lnTo>
                    <a:pt x="251798" y="1216842"/>
                  </a:lnTo>
                  <a:lnTo>
                    <a:pt x="288233" y="1244681"/>
                  </a:lnTo>
                  <a:lnTo>
                    <a:pt x="326525" y="1270081"/>
                  </a:lnTo>
                  <a:lnTo>
                    <a:pt x="366559" y="1292928"/>
                  </a:lnTo>
                  <a:lnTo>
                    <a:pt x="408218" y="1313104"/>
                  </a:lnTo>
                  <a:lnTo>
                    <a:pt x="451386" y="1330495"/>
                  </a:lnTo>
                  <a:lnTo>
                    <a:pt x="495947" y="1344983"/>
                  </a:lnTo>
                  <a:lnTo>
                    <a:pt x="541785" y="1356454"/>
                  </a:lnTo>
                  <a:lnTo>
                    <a:pt x="588784" y="1364791"/>
                  </a:lnTo>
                  <a:lnTo>
                    <a:pt x="636828" y="1369878"/>
                  </a:lnTo>
                  <a:lnTo>
                    <a:pt x="685800" y="1371600"/>
                  </a:lnTo>
                  <a:lnTo>
                    <a:pt x="734771" y="1369878"/>
                  </a:lnTo>
                  <a:lnTo>
                    <a:pt x="782815" y="1364791"/>
                  </a:lnTo>
                  <a:lnTo>
                    <a:pt x="829814" y="1356454"/>
                  </a:lnTo>
                  <a:lnTo>
                    <a:pt x="875652" y="1344983"/>
                  </a:lnTo>
                  <a:lnTo>
                    <a:pt x="920213" y="1330495"/>
                  </a:lnTo>
                  <a:lnTo>
                    <a:pt x="963381" y="1313104"/>
                  </a:lnTo>
                  <a:lnTo>
                    <a:pt x="1005040" y="1292928"/>
                  </a:lnTo>
                  <a:lnTo>
                    <a:pt x="1045074" y="1270081"/>
                  </a:lnTo>
                  <a:lnTo>
                    <a:pt x="1083366" y="1244681"/>
                  </a:lnTo>
                  <a:lnTo>
                    <a:pt x="1119801" y="1216842"/>
                  </a:lnTo>
                  <a:lnTo>
                    <a:pt x="1154263" y="1186680"/>
                  </a:lnTo>
                  <a:lnTo>
                    <a:pt x="1186635" y="1154312"/>
                  </a:lnTo>
                  <a:lnTo>
                    <a:pt x="1216801" y="1119854"/>
                  </a:lnTo>
                  <a:lnTo>
                    <a:pt x="1244645" y="1083421"/>
                  </a:lnTo>
                  <a:lnTo>
                    <a:pt x="1270051" y="1045130"/>
                  </a:lnTo>
                  <a:lnTo>
                    <a:pt x="1292903" y="1005096"/>
                  </a:lnTo>
                  <a:lnTo>
                    <a:pt x="1313085" y="963435"/>
                  </a:lnTo>
                  <a:lnTo>
                    <a:pt x="1330481" y="920263"/>
                  </a:lnTo>
                  <a:lnTo>
                    <a:pt x="1344974" y="875697"/>
                  </a:lnTo>
                  <a:lnTo>
                    <a:pt x="1356448" y="829851"/>
                  </a:lnTo>
                  <a:lnTo>
                    <a:pt x="1364788" y="782842"/>
                  </a:lnTo>
                  <a:lnTo>
                    <a:pt x="1369877" y="734787"/>
                  </a:lnTo>
                  <a:lnTo>
                    <a:pt x="1371600" y="685800"/>
                  </a:lnTo>
                  <a:lnTo>
                    <a:pt x="1369877" y="636828"/>
                  </a:lnTo>
                  <a:lnTo>
                    <a:pt x="1364788" y="588784"/>
                  </a:lnTo>
                  <a:lnTo>
                    <a:pt x="1356448" y="541785"/>
                  </a:lnTo>
                  <a:lnTo>
                    <a:pt x="1344974" y="495947"/>
                  </a:lnTo>
                  <a:lnTo>
                    <a:pt x="1330481" y="451386"/>
                  </a:lnTo>
                  <a:lnTo>
                    <a:pt x="1313085" y="408218"/>
                  </a:lnTo>
                  <a:lnTo>
                    <a:pt x="1292903" y="366559"/>
                  </a:lnTo>
                  <a:lnTo>
                    <a:pt x="1270051" y="326525"/>
                  </a:lnTo>
                  <a:lnTo>
                    <a:pt x="1244645" y="288233"/>
                  </a:lnTo>
                  <a:lnTo>
                    <a:pt x="1216801" y="251798"/>
                  </a:lnTo>
                  <a:lnTo>
                    <a:pt x="1186635" y="217336"/>
                  </a:lnTo>
                  <a:lnTo>
                    <a:pt x="1154263" y="184964"/>
                  </a:lnTo>
                  <a:lnTo>
                    <a:pt x="1119801" y="154798"/>
                  </a:lnTo>
                  <a:lnTo>
                    <a:pt x="1083366" y="126954"/>
                  </a:lnTo>
                  <a:lnTo>
                    <a:pt x="1045074" y="101548"/>
                  </a:lnTo>
                  <a:lnTo>
                    <a:pt x="1005040" y="78696"/>
                  </a:lnTo>
                  <a:lnTo>
                    <a:pt x="963381" y="58514"/>
                  </a:lnTo>
                  <a:lnTo>
                    <a:pt x="920213" y="41118"/>
                  </a:lnTo>
                  <a:lnTo>
                    <a:pt x="875652" y="26625"/>
                  </a:lnTo>
                  <a:lnTo>
                    <a:pt x="829814" y="15151"/>
                  </a:lnTo>
                  <a:lnTo>
                    <a:pt x="782815" y="6811"/>
                  </a:lnTo>
                  <a:lnTo>
                    <a:pt x="734771" y="1722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1564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867144" y="1648205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685800"/>
                  </a:moveTo>
                  <a:lnTo>
                    <a:pt x="1722" y="636828"/>
                  </a:lnTo>
                  <a:lnTo>
                    <a:pt x="6811" y="588784"/>
                  </a:lnTo>
                  <a:lnTo>
                    <a:pt x="15151" y="541785"/>
                  </a:lnTo>
                  <a:lnTo>
                    <a:pt x="26625" y="495947"/>
                  </a:lnTo>
                  <a:lnTo>
                    <a:pt x="41118" y="451386"/>
                  </a:lnTo>
                  <a:lnTo>
                    <a:pt x="58514" y="408218"/>
                  </a:lnTo>
                  <a:lnTo>
                    <a:pt x="78696" y="366559"/>
                  </a:lnTo>
                  <a:lnTo>
                    <a:pt x="101548" y="326525"/>
                  </a:lnTo>
                  <a:lnTo>
                    <a:pt x="126954" y="288233"/>
                  </a:lnTo>
                  <a:lnTo>
                    <a:pt x="154798" y="251798"/>
                  </a:lnTo>
                  <a:lnTo>
                    <a:pt x="184964" y="217336"/>
                  </a:lnTo>
                  <a:lnTo>
                    <a:pt x="217336" y="184964"/>
                  </a:lnTo>
                  <a:lnTo>
                    <a:pt x="251798" y="154798"/>
                  </a:lnTo>
                  <a:lnTo>
                    <a:pt x="288233" y="126954"/>
                  </a:lnTo>
                  <a:lnTo>
                    <a:pt x="326525" y="101548"/>
                  </a:lnTo>
                  <a:lnTo>
                    <a:pt x="366559" y="78696"/>
                  </a:lnTo>
                  <a:lnTo>
                    <a:pt x="408218" y="58514"/>
                  </a:lnTo>
                  <a:lnTo>
                    <a:pt x="451386" y="41118"/>
                  </a:lnTo>
                  <a:lnTo>
                    <a:pt x="495947" y="26625"/>
                  </a:lnTo>
                  <a:lnTo>
                    <a:pt x="541785" y="15151"/>
                  </a:lnTo>
                  <a:lnTo>
                    <a:pt x="588784" y="6811"/>
                  </a:lnTo>
                  <a:lnTo>
                    <a:pt x="636828" y="1722"/>
                  </a:lnTo>
                  <a:lnTo>
                    <a:pt x="685800" y="0"/>
                  </a:lnTo>
                  <a:lnTo>
                    <a:pt x="734771" y="1722"/>
                  </a:lnTo>
                  <a:lnTo>
                    <a:pt x="782815" y="6811"/>
                  </a:lnTo>
                  <a:lnTo>
                    <a:pt x="829814" y="15151"/>
                  </a:lnTo>
                  <a:lnTo>
                    <a:pt x="875652" y="26625"/>
                  </a:lnTo>
                  <a:lnTo>
                    <a:pt x="920213" y="41118"/>
                  </a:lnTo>
                  <a:lnTo>
                    <a:pt x="963381" y="58514"/>
                  </a:lnTo>
                  <a:lnTo>
                    <a:pt x="1005040" y="78696"/>
                  </a:lnTo>
                  <a:lnTo>
                    <a:pt x="1045074" y="101548"/>
                  </a:lnTo>
                  <a:lnTo>
                    <a:pt x="1083366" y="126954"/>
                  </a:lnTo>
                  <a:lnTo>
                    <a:pt x="1119801" y="154798"/>
                  </a:lnTo>
                  <a:lnTo>
                    <a:pt x="1154263" y="184964"/>
                  </a:lnTo>
                  <a:lnTo>
                    <a:pt x="1186635" y="217336"/>
                  </a:lnTo>
                  <a:lnTo>
                    <a:pt x="1216801" y="251798"/>
                  </a:lnTo>
                  <a:lnTo>
                    <a:pt x="1244645" y="288233"/>
                  </a:lnTo>
                  <a:lnTo>
                    <a:pt x="1270051" y="326525"/>
                  </a:lnTo>
                  <a:lnTo>
                    <a:pt x="1292903" y="366559"/>
                  </a:lnTo>
                  <a:lnTo>
                    <a:pt x="1313085" y="408218"/>
                  </a:lnTo>
                  <a:lnTo>
                    <a:pt x="1330481" y="451386"/>
                  </a:lnTo>
                  <a:lnTo>
                    <a:pt x="1344974" y="495947"/>
                  </a:lnTo>
                  <a:lnTo>
                    <a:pt x="1356448" y="541785"/>
                  </a:lnTo>
                  <a:lnTo>
                    <a:pt x="1364788" y="588784"/>
                  </a:lnTo>
                  <a:lnTo>
                    <a:pt x="1369877" y="636828"/>
                  </a:lnTo>
                  <a:lnTo>
                    <a:pt x="1371600" y="685800"/>
                  </a:lnTo>
                  <a:lnTo>
                    <a:pt x="1369877" y="734787"/>
                  </a:lnTo>
                  <a:lnTo>
                    <a:pt x="1364788" y="782842"/>
                  </a:lnTo>
                  <a:lnTo>
                    <a:pt x="1356448" y="829851"/>
                  </a:lnTo>
                  <a:lnTo>
                    <a:pt x="1344974" y="875697"/>
                  </a:lnTo>
                  <a:lnTo>
                    <a:pt x="1330481" y="920263"/>
                  </a:lnTo>
                  <a:lnTo>
                    <a:pt x="1313085" y="963435"/>
                  </a:lnTo>
                  <a:lnTo>
                    <a:pt x="1292903" y="1005096"/>
                  </a:lnTo>
                  <a:lnTo>
                    <a:pt x="1270051" y="1045130"/>
                  </a:lnTo>
                  <a:lnTo>
                    <a:pt x="1244645" y="1083421"/>
                  </a:lnTo>
                  <a:lnTo>
                    <a:pt x="1216801" y="1119854"/>
                  </a:lnTo>
                  <a:lnTo>
                    <a:pt x="1186635" y="1154312"/>
                  </a:lnTo>
                  <a:lnTo>
                    <a:pt x="1154263" y="1186680"/>
                  </a:lnTo>
                  <a:lnTo>
                    <a:pt x="1119801" y="1216842"/>
                  </a:lnTo>
                  <a:lnTo>
                    <a:pt x="1083366" y="1244681"/>
                  </a:lnTo>
                  <a:lnTo>
                    <a:pt x="1045074" y="1270081"/>
                  </a:lnTo>
                  <a:lnTo>
                    <a:pt x="1005040" y="1292928"/>
                  </a:lnTo>
                  <a:lnTo>
                    <a:pt x="963381" y="1313104"/>
                  </a:lnTo>
                  <a:lnTo>
                    <a:pt x="920213" y="1330495"/>
                  </a:lnTo>
                  <a:lnTo>
                    <a:pt x="875652" y="1344983"/>
                  </a:lnTo>
                  <a:lnTo>
                    <a:pt x="829814" y="1356454"/>
                  </a:lnTo>
                  <a:lnTo>
                    <a:pt x="782815" y="1364791"/>
                  </a:lnTo>
                  <a:lnTo>
                    <a:pt x="734771" y="1369878"/>
                  </a:lnTo>
                  <a:lnTo>
                    <a:pt x="685800" y="1371600"/>
                  </a:lnTo>
                  <a:lnTo>
                    <a:pt x="636828" y="1369878"/>
                  </a:lnTo>
                  <a:lnTo>
                    <a:pt x="588784" y="1364791"/>
                  </a:lnTo>
                  <a:lnTo>
                    <a:pt x="541785" y="1356454"/>
                  </a:lnTo>
                  <a:lnTo>
                    <a:pt x="495947" y="1344983"/>
                  </a:lnTo>
                  <a:lnTo>
                    <a:pt x="451386" y="1330495"/>
                  </a:lnTo>
                  <a:lnTo>
                    <a:pt x="408218" y="1313104"/>
                  </a:lnTo>
                  <a:lnTo>
                    <a:pt x="366559" y="1292928"/>
                  </a:lnTo>
                  <a:lnTo>
                    <a:pt x="326525" y="1270081"/>
                  </a:lnTo>
                  <a:lnTo>
                    <a:pt x="288233" y="1244681"/>
                  </a:lnTo>
                  <a:lnTo>
                    <a:pt x="251798" y="1216842"/>
                  </a:lnTo>
                  <a:lnTo>
                    <a:pt x="217336" y="1186680"/>
                  </a:lnTo>
                  <a:lnTo>
                    <a:pt x="184964" y="1154312"/>
                  </a:lnTo>
                  <a:lnTo>
                    <a:pt x="154798" y="1119854"/>
                  </a:lnTo>
                  <a:lnTo>
                    <a:pt x="126954" y="1083421"/>
                  </a:lnTo>
                  <a:lnTo>
                    <a:pt x="101548" y="1045130"/>
                  </a:lnTo>
                  <a:lnTo>
                    <a:pt x="78696" y="1005096"/>
                  </a:lnTo>
                  <a:lnTo>
                    <a:pt x="58514" y="963435"/>
                  </a:lnTo>
                  <a:lnTo>
                    <a:pt x="41118" y="920263"/>
                  </a:lnTo>
                  <a:lnTo>
                    <a:pt x="26625" y="875697"/>
                  </a:lnTo>
                  <a:lnTo>
                    <a:pt x="15151" y="829851"/>
                  </a:lnTo>
                  <a:lnTo>
                    <a:pt x="6811" y="782842"/>
                  </a:lnTo>
                  <a:lnTo>
                    <a:pt x="1722" y="734787"/>
                  </a:lnTo>
                  <a:lnTo>
                    <a:pt x="0" y="6858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31991" y="2124443"/>
              <a:ext cx="2989325" cy="2852166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6163055" y="2200478"/>
            <a:ext cx="2788920" cy="2651760"/>
          </a:xfrm>
          <a:prstGeom prst="rect">
            <a:avLst/>
          </a:prstGeom>
          <a:solidFill>
            <a:srgbClr val="DAE2F3"/>
          </a:solidFill>
        </p:spPr>
        <p:txBody>
          <a:bodyPr wrap="square" lIns="0" tIns="622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90"/>
              </a:spcBef>
            </a:pP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600" spc="-105" b="1">
                <a:latin typeface="Tahoma"/>
                <a:cs typeface="Tahoma"/>
              </a:rPr>
              <a:t>Demo</a:t>
            </a:r>
            <a:r>
              <a:rPr dirty="0" sz="1600" spc="-35" b="1">
                <a:latin typeface="Tahoma"/>
                <a:cs typeface="Tahoma"/>
              </a:rPr>
              <a:t> </a:t>
            </a:r>
            <a:r>
              <a:rPr dirty="0" sz="1600" spc="-60" b="1">
                <a:latin typeface="Tahoma"/>
                <a:cs typeface="Tahoma"/>
              </a:rPr>
              <a:t>3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218688" y="2196871"/>
            <a:ext cx="2788920" cy="2651760"/>
          </a:xfrm>
          <a:prstGeom prst="rect">
            <a:avLst/>
          </a:prstGeom>
          <a:solidFill>
            <a:srgbClr val="FCF3EC"/>
          </a:solidFill>
        </p:spPr>
        <p:txBody>
          <a:bodyPr wrap="square" lIns="0" tIns="177165" rIns="0" bIns="0" rtlCol="0" vert="horz">
            <a:spAutoFit/>
          </a:bodyPr>
          <a:lstStyle/>
          <a:p>
            <a:pPr algn="ctr" marL="599440" marR="588010" indent="-4445">
              <a:lnSpc>
                <a:spcPct val="100000"/>
              </a:lnSpc>
              <a:spcBef>
                <a:spcPts val="1395"/>
              </a:spcBef>
            </a:pPr>
            <a:r>
              <a:rPr dirty="0" sz="1600" spc="-105" b="1">
                <a:latin typeface="Tahoma"/>
                <a:cs typeface="Tahoma"/>
              </a:rPr>
              <a:t>Demo</a:t>
            </a:r>
            <a:r>
              <a:rPr dirty="0" sz="1600" spc="-35" b="1">
                <a:latin typeface="Tahoma"/>
                <a:cs typeface="Tahoma"/>
              </a:rPr>
              <a:t> </a:t>
            </a:r>
            <a:r>
              <a:rPr dirty="0" sz="1600" spc="-60" b="1">
                <a:latin typeface="Tahoma"/>
                <a:cs typeface="Tahoma"/>
              </a:rPr>
              <a:t>2 </a:t>
            </a:r>
            <a:r>
              <a:rPr dirty="0" sz="1600" spc="-110" b="1">
                <a:latin typeface="Tahoma"/>
                <a:cs typeface="Tahoma"/>
              </a:rPr>
              <a:t>Presentation</a:t>
            </a:r>
            <a:r>
              <a:rPr dirty="0" sz="1600" spc="60" b="1">
                <a:latin typeface="Tahoma"/>
                <a:cs typeface="Tahoma"/>
              </a:rPr>
              <a:t> </a:t>
            </a:r>
            <a:r>
              <a:rPr dirty="0" sz="1600" spc="-105" b="1">
                <a:latin typeface="Tahoma"/>
                <a:cs typeface="Tahoma"/>
              </a:rPr>
              <a:t>Link</a:t>
            </a:r>
            <a:endParaRPr sz="1600">
              <a:latin typeface="Tahoma"/>
              <a:cs typeface="Tahoma"/>
            </a:endParaRPr>
          </a:p>
          <a:p>
            <a:pPr algn="ctr" marL="50165">
              <a:lnSpc>
                <a:spcPct val="100000"/>
              </a:lnSpc>
              <a:spcBef>
                <a:spcPts val="1230"/>
              </a:spcBef>
            </a:pPr>
            <a:r>
              <a:rPr dirty="0" sz="1600" spc="-10">
                <a:latin typeface="Calibri"/>
                <a:cs typeface="Calibri"/>
              </a:rPr>
              <a:t>https://drive.google.com</a:t>
            </a:r>
            <a:endParaRPr sz="1600">
              <a:latin typeface="Calibri"/>
              <a:cs typeface="Calibri"/>
            </a:endParaRPr>
          </a:p>
          <a:p>
            <a:pPr algn="just" marL="390525" marR="309245">
              <a:lnSpc>
                <a:spcPct val="100000"/>
              </a:lnSpc>
            </a:pPr>
            <a:r>
              <a:rPr dirty="0" sz="1600" spc="-10">
                <a:latin typeface="Calibri"/>
                <a:cs typeface="Calibri"/>
              </a:rPr>
              <a:t>/file/d/160Mp4_5Vak_uk dBxK59aZwU7nTTieSJh/v iew?usp=sharing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036126"/>
            <a:ext cx="9144000" cy="107373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0" y="-25"/>
            <a:ext cx="9144000" cy="424815"/>
            <a:chOff x="0" y="-25"/>
            <a:chExt cx="9144000" cy="424815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-25"/>
              <a:ext cx="9144000" cy="42420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20659" y="55194"/>
              <a:ext cx="965085" cy="313867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411480" y="726820"/>
            <a:ext cx="2621280" cy="279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85"/>
              </a:lnSpc>
            </a:pPr>
            <a:r>
              <a:rPr dirty="0" sz="2200" b="1">
                <a:solidFill>
                  <a:srgbClr val="1B3989"/>
                </a:solidFill>
                <a:latin typeface="Calibri"/>
                <a:cs typeface="Calibri"/>
              </a:rPr>
              <a:t>Video</a:t>
            </a:r>
            <a:r>
              <a:rPr dirty="0" sz="2200" spc="-55" b="1">
                <a:solidFill>
                  <a:srgbClr val="1B3989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1B3989"/>
                </a:solidFill>
                <a:latin typeface="Calibri"/>
                <a:cs typeface="Calibri"/>
              </a:rPr>
              <a:t>of</a:t>
            </a:r>
            <a:r>
              <a:rPr dirty="0" sz="2200" spc="-50" b="1">
                <a:solidFill>
                  <a:srgbClr val="1B3989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1B3989"/>
                </a:solidFill>
                <a:latin typeface="Calibri"/>
                <a:cs typeface="Calibri"/>
              </a:rPr>
              <a:t>Project</a:t>
            </a:r>
            <a:r>
              <a:rPr dirty="0" sz="2200" spc="-25" b="1">
                <a:solidFill>
                  <a:srgbClr val="1B3989"/>
                </a:solidFill>
                <a:latin typeface="Calibri"/>
                <a:cs typeface="Calibri"/>
              </a:rPr>
              <a:t> </a:t>
            </a:r>
            <a:r>
              <a:rPr dirty="0" sz="2200" spc="-20" b="1">
                <a:solidFill>
                  <a:srgbClr val="1B3989"/>
                </a:solidFill>
                <a:latin typeface="Calibri"/>
                <a:cs typeface="Calibri"/>
              </a:rPr>
              <a:t>Demo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353059" y="673100"/>
            <a:ext cx="8437880" cy="4003040"/>
            <a:chOff x="353059" y="673100"/>
            <a:chExt cx="8437880" cy="4003040"/>
          </a:xfrm>
        </p:grpSpPr>
        <p:sp>
          <p:nvSpPr>
            <p:cNvPr id="8" name="object 8" descr=""/>
            <p:cNvSpPr/>
            <p:nvPr/>
          </p:nvSpPr>
          <p:spPr>
            <a:xfrm>
              <a:off x="365759" y="685800"/>
              <a:ext cx="8412480" cy="3977640"/>
            </a:xfrm>
            <a:custGeom>
              <a:avLst/>
              <a:gdLst/>
              <a:ahLst/>
              <a:cxnLst/>
              <a:rect l="l" t="t" r="r" b="b"/>
              <a:pathLst>
                <a:path w="8412480" h="3977640">
                  <a:moveTo>
                    <a:pt x="8412480" y="0"/>
                  </a:moveTo>
                  <a:lnTo>
                    <a:pt x="0" y="0"/>
                  </a:lnTo>
                  <a:lnTo>
                    <a:pt x="0" y="3977640"/>
                  </a:lnTo>
                  <a:lnTo>
                    <a:pt x="8412480" y="3977640"/>
                  </a:lnTo>
                  <a:lnTo>
                    <a:pt x="8412480" y="0"/>
                  </a:lnTo>
                  <a:close/>
                </a:path>
              </a:pathLst>
            </a:custGeom>
            <a:solidFill>
              <a:srgbClr val="EBEE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65759" y="685800"/>
              <a:ext cx="8412480" cy="3977640"/>
            </a:xfrm>
            <a:custGeom>
              <a:avLst/>
              <a:gdLst/>
              <a:ahLst/>
              <a:cxnLst/>
              <a:rect l="l" t="t" r="r" b="b"/>
              <a:pathLst>
                <a:path w="8412480" h="3977640">
                  <a:moveTo>
                    <a:pt x="0" y="3977640"/>
                  </a:moveTo>
                  <a:lnTo>
                    <a:pt x="8412480" y="3977640"/>
                  </a:lnTo>
                  <a:lnTo>
                    <a:pt x="8412480" y="0"/>
                  </a:lnTo>
                  <a:lnTo>
                    <a:pt x="0" y="0"/>
                  </a:lnTo>
                  <a:lnTo>
                    <a:pt x="0" y="3977640"/>
                  </a:lnTo>
                  <a:close/>
                </a:path>
              </a:pathLst>
            </a:custGeom>
            <a:ln w="25399">
              <a:solidFill>
                <a:srgbClr val="1B398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2919" y="777239"/>
              <a:ext cx="164592" cy="164592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1519" y="777239"/>
              <a:ext cx="164592" cy="164592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0119" y="777239"/>
              <a:ext cx="164592" cy="164592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3749039" y="1828800"/>
              <a:ext cx="1645920" cy="1645920"/>
            </a:xfrm>
            <a:custGeom>
              <a:avLst/>
              <a:gdLst/>
              <a:ahLst/>
              <a:cxnLst/>
              <a:rect l="l" t="t" r="r" b="b"/>
              <a:pathLst>
                <a:path w="1645920" h="1645920">
                  <a:moveTo>
                    <a:pt x="822960" y="0"/>
                  </a:moveTo>
                  <a:lnTo>
                    <a:pt x="774602" y="1396"/>
                  </a:lnTo>
                  <a:lnTo>
                    <a:pt x="726980" y="5536"/>
                  </a:lnTo>
                  <a:lnTo>
                    <a:pt x="680172" y="12340"/>
                  </a:lnTo>
                  <a:lnTo>
                    <a:pt x="634255" y="21733"/>
                  </a:lnTo>
                  <a:lnTo>
                    <a:pt x="589304" y="33637"/>
                  </a:lnTo>
                  <a:lnTo>
                    <a:pt x="545399" y="47974"/>
                  </a:lnTo>
                  <a:lnTo>
                    <a:pt x="502616" y="64668"/>
                  </a:lnTo>
                  <a:lnTo>
                    <a:pt x="461032" y="83642"/>
                  </a:lnTo>
                  <a:lnTo>
                    <a:pt x="420724" y="104818"/>
                  </a:lnTo>
                  <a:lnTo>
                    <a:pt x="381769" y="128118"/>
                  </a:lnTo>
                  <a:lnTo>
                    <a:pt x="344246" y="153467"/>
                  </a:lnTo>
                  <a:lnTo>
                    <a:pt x="308230" y="180787"/>
                  </a:lnTo>
                  <a:lnTo>
                    <a:pt x="273799" y="210000"/>
                  </a:lnTo>
                  <a:lnTo>
                    <a:pt x="241030" y="241030"/>
                  </a:lnTo>
                  <a:lnTo>
                    <a:pt x="210000" y="273799"/>
                  </a:lnTo>
                  <a:lnTo>
                    <a:pt x="180787" y="308230"/>
                  </a:lnTo>
                  <a:lnTo>
                    <a:pt x="153467" y="344246"/>
                  </a:lnTo>
                  <a:lnTo>
                    <a:pt x="128118" y="381769"/>
                  </a:lnTo>
                  <a:lnTo>
                    <a:pt x="104818" y="420724"/>
                  </a:lnTo>
                  <a:lnTo>
                    <a:pt x="83642" y="461032"/>
                  </a:lnTo>
                  <a:lnTo>
                    <a:pt x="64668" y="502616"/>
                  </a:lnTo>
                  <a:lnTo>
                    <a:pt x="47974" y="545399"/>
                  </a:lnTo>
                  <a:lnTo>
                    <a:pt x="33637" y="589304"/>
                  </a:lnTo>
                  <a:lnTo>
                    <a:pt x="21733" y="634255"/>
                  </a:lnTo>
                  <a:lnTo>
                    <a:pt x="12340" y="680172"/>
                  </a:lnTo>
                  <a:lnTo>
                    <a:pt x="5536" y="726980"/>
                  </a:lnTo>
                  <a:lnTo>
                    <a:pt x="1396" y="774602"/>
                  </a:lnTo>
                  <a:lnTo>
                    <a:pt x="0" y="822960"/>
                  </a:lnTo>
                  <a:lnTo>
                    <a:pt x="1396" y="871317"/>
                  </a:lnTo>
                  <a:lnTo>
                    <a:pt x="5536" y="918939"/>
                  </a:lnTo>
                  <a:lnTo>
                    <a:pt x="12340" y="965747"/>
                  </a:lnTo>
                  <a:lnTo>
                    <a:pt x="21733" y="1011664"/>
                  </a:lnTo>
                  <a:lnTo>
                    <a:pt x="33637" y="1056615"/>
                  </a:lnTo>
                  <a:lnTo>
                    <a:pt x="47974" y="1100520"/>
                  </a:lnTo>
                  <a:lnTo>
                    <a:pt x="64668" y="1143303"/>
                  </a:lnTo>
                  <a:lnTo>
                    <a:pt x="83642" y="1184887"/>
                  </a:lnTo>
                  <a:lnTo>
                    <a:pt x="104818" y="1225195"/>
                  </a:lnTo>
                  <a:lnTo>
                    <a:pt x="128118" y="1264150"/>
                  </a:lnTo>
                  <a:lnTo>
                    <a:pt x="153467" y="1301673"/>
                  </a:lnTo>
                  <a:lnTo>
                    <a:pt x="180787" y="1337689"/>
                  </a:lnTo>
                  <a:lnTo>
                    <a:pt x="210000" y="1372120"/>
                  </a:lnTo>
                  <a:lnTo>
                    <a:pt x="241030" y="1404889"/>
                  </a:lnTo>
                  <a:lnTo>
                    <a:pt x="273799" y="1435919"/>
                  </a:lnTo>
                  <a:lnTo>
                    <a:pt x="308230" y="1465132"/>
                  </a:lnTo>
                  <a:lnTo>
                    <a:pt x="344246" y="1492452"/>
                  </a:lnTo>
                  <a:lnTo>
                    <a:pt x="381769" y="1517801"/>
                  </a:lnTo>
                  <a:lnTo>
                    <a:pt x="420724" y="1541101"/>
                  </a:lnTo>
                  <a:lnTo>
                    <a:pt x="461032" y="1562277"/>
                  </a:lnTo>
                  <a:lnTo>
                    <a:pt x="502616" y="1581251"/>
                  </a:lnTo>
                  <a:lnTo>
                    <a:pt x="545399" y="1597945"/>
                  </a:lnTo>
                  <a:lnTo>
                    <a:pt x="589304" y="1612282"/>
                  </a:lnTo>
                  <a:lnTo>
                    <a:pt x="634255" y="1624186"/>
                  </a:lnTo>
                  <a:lnTo>
                    <a:pt x="680172" y="1633579"/>
                  </a:lnTo>
                  <a:lnTo>
                    <a:pt x="726980" y="1640383"/>
                  </a:lnTo>
                  <a:lnTo>
                    <a:pt x="774602" y="1644523"/>
                  </a:lnTo>
                  <a:lnTo>
                    <a:pt x="822960" y="1645920"/>
                  </a:lnTo>
                  <a:lnTo>
                    <a:pt x="871317" y="1644523"/>
                  </a:lnTo>
                  <a:lnTo>
                    <a:pt x="918939" y="1640383"/>
                  </a:lnTo>
                  <a:lnTo>
                    <a:pt x="965747" y="1633579"/>
                  </a:lnTo>
                  <a:lnTo>
                    <a:pt x="1011664" y="1624186"/>
                  </a:lnTo>
                  <a:lnTo>
                    <a:pt x="1056615" y="1612282"/>
                  </a:lnTo>
                  <a:lnTo>
                    <a:pt x="1100520" y="1597945"/>
                  </a:lnTo>
                  <a:lnTo>
                    <a:pt x="1143303" y="1581251"/>
                  </a:lnTo>
                  <a:lnTo>
                    <a:pt x="1184887" y="1562277"/>
                  </a:lnTo>
                  <a:lnTo>
                    <a:pt x="1225195" y="1541101"/>
                  </a:lnTo>
                  <a:lnTo>
                    <a:pt x="1264150" y="1517801"/>
                  </a:lnTo>
                  <a:lnTo>
                    <a:pt x="1301673" y="1492452"/>
                  </a:lnTo>
                  <a:lnTo>
                    <a:pt x="1337689" y="1465132"/>
                  </a:lnTo>
                  <a:lnTo>
                    <a:pt x="1372120" y="1435919"/>
                  </a:lnTo>
                  <a:lnTo>
                    <a:pt x="1404889" y="1404889"/>
                  </a:lnTo>
                  <a:lnTo>
                    <a:pt x="1435919" y="1372120"/>
                  </a:lnTo>
                  <a:lnTo>
                    <a:pt x="1465132" y="1337689"/>
                  </a:lnTo>
                  <a:lnTo>
                    <a:pt x="1492452" y="1301673"/>
                  </a:lnTo>
                  <a:lnTo>
                    <a:pt x="1517801" y="1264150"/>
                  </a:lnTo>
                  <a:lnTo>
                    <a:pt x="1541101" y="1225195"/>
                  </a:lnTo>
                  <a:lnTo>
                    <a:pt x="1562277" y="1184887"/>
                  </a:lnTo>
                  <a:lnTo>
                    <a:pt x="1581251" y="1143303"/>
                  </a:lnTo>
                  <a:lnTo>
                    <a:pt x="1597945" y="1100520"/>
                  </a:lnTo>
                  <a:lnTo>
                    <a:pt x="1612282" y="1056615"/>
                  </a:lnTo>
                  <a:lnTo>
                    <a:pt x="1624186" y="1011664"/>
                  </a:lnTo>
                  <a:lnTo>
                    <a:pt x="1633579" y="965747"/>
                  </a:lnTo>
                  <a:lnTo>
                    <a:pt x="1640383" y="918939"/>
                  </a:lnTo>
                  <a:lnTo>
                    <a:pt x="1644523" y="871317"/>
                  </a:lnTo>
                  <a:lnTo>
                    <a:pt x="1645920" y="822960"/>
                  </a:lnTo>
                  <a:lnTo>
                    <a:pt x="1644523" y="774602"/>
                  </a:lnTo>
                  <a:lnTo>
                    <a:pt x="1640383" y="726980"/>
                  </a:lnTo>
                  <a:lnTo>
                    <a:pt x="1633579" y="680172"/>
                  </a:lnTo>
                  <a:lnTo>
                    <a:pt x="1624186" y="634255"/>
                  </a:lnTo>
                  <a:lnTo>
                    <a:pt x="1612282" y="589304"/>
                  </a:lnTo>
                  <a:lnTo>
                    <a:pt x="1597945" y="545399"/>
                  </a:lnTo>
                  <a:lnTo>
                    <a:pt x="1581251" y="502616"/>
                  </a:lnTo>
                  <a:lnTo>
                    <a:pt x="1562277" y="461032"/>
                  </a:lnTo>
                  <a:lnTo>
                    <a:pt x="1541101" y="420724"/>
                  </a:lnTo>
                  <a:lnTo>
                    <a:pt x="1517801" y="381769"/>
                  </a:lnTo>
                  <a:lnTo>
                    <a:pt x="1492452" y="344246"/>
                  </a:lnTo>
                  <a:lnTo>
                    <a:pt x="1465132" y="308230"/>
                  </a:lnTo>
                  <a:lnTo>
                    <a:pt x="1435919" y="273799"/>
                  </a:lnTo>
                  <a:lnTo>
                    <a:pt x="1404889" y="241030"/>
                  </a:lnTo>
                  <a:lnTo>
                    <a:pt x="1372120" y="210000"/>
                  </a:lnTo>
                  <a:lnTo>
                    <a:pt x="1337689" y="180787"/>
                  </a:lnTo>
                  <a:lnTo>
                    <a:pt x="1301673" y="153467"/>
                  </a:lnTo>
                  <a:lnTo>
                    <a:pt x="1264150" y="128118"/>
                  </a:lnTo>
                  <a:lnTo>
                    <a:pt x="1225195" y="104818"/>
                  </a:lnTo>
                  <a:lnTo>
                    <a:pt x="1184887" y="83642"/>
                  </a:lnTo>
                  <a:lnTo>
                    <a:pt x="1143303" y="64668"/>
                  </a:lnTo>
                  <a:lnTo>
                    <a:pt x="1100520" y="47974"/>
                  </a:lnTo>
                  <a:lnTo>
                    <a:pt x="1056615" y="33637"/>
                  </a:lnTo>
                  <a:lnTo>
                    <a:pt x="1011664" y="21733"/>
                  </a:lnTo>
                  <a:lnTo>
                    <a:pt x="965747" y="12340"/>
                  </a:lnTo>
                  <a:lnTo>
                    <a:pt x="918939" y="5536"/>
                  </a:lnTo>
                  <a:lnTo>
                    <a:pt x="871317" y="1396"/>
                  </a:lnTo>
                  <a:lnTo>
                    <a:pt x="822960" y="0"/>
                  </a:lnTo>
                  <a:close/>
                </a:path>
              </a:pathLst>
            </a:custGeom>
            <a:solidFill>
              <a:srgbClr val="1B3989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50207" y="2086355"/>
              <a:ext cx="1241298" cy="1279397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1266444" y="754380"/>
            <a:ext cx="5029200" cy="201295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dirty="0" sz="900" spc="-10">
                <a:latin typeface="Calibri"/>
                <a:cs typeface="Calibri"/>
              </a:rPr>
              <a:t>https://drive.google.com/file/d/160Mp4_5Vak_ukdBxK59aZwU7nTTieSJh/view?usp=sharing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34340" y="1152144"/>
            <a:ext cx="8229600" cy="30007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9008" rIns="0" bIns="0" rtlCol="0" vert="horz">
            <a:spAutoFit/>
          </a:bodyPr>
          <a:lstStyle/>
          <a:p>
            <a:pPr marL="66675">
              <a:lnSpc>
                <a:spcPct val="100000"/>
              </a:lnSpc>
              <a:spcBef>
                <a:spcPts val="105"/>
              </a:spcBef>
            </a:pPr>
            <a:r>
              <a:rPr dirty="0" spc="-105"/>
              <a:t>Conclusion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0003" y="1243253"/>
            <a:ext cx="3018750" cy="302371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09194" y="1688668"/>
            <a:ext cx="4925060" cy="21609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Char char="•"/>
              <a:tabLst>
                <a:tab pos="299085" algn="l"/>
              </a:tabLst>
            </a:pPr>
            <a:r>
              <a:rPr dirty="0" sz="1400">
                <a:latin typeface="Arial MT"/>
                <a:cs typeface="Arial MT"/>
              </a:rPr>
              <a:t>Successfully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analyzed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raw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sales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data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using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Excel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to</a:t>
            </a:r>
            <a:endParaRPr sz="14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latin typeface="Arial MT"/>
                <a:cs typeface="Arial MT"/>
              </a:rPr>
              <a:t>uncover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key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business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insights.</a:t>
            </a:r>
            <a:endParaRPr sz="1400">
              <a:latin typeface="Arial MT"/>
              <a:cs typeface="Arial MT"/>
            </a:endParaRPr>
          </a:p>
          <a:p>
            <a:pPr marL="299085" marR="177165" indent="-28702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dirty="0" sz="1400">
                <a:latin typeface="Arial MT"/>
                <a:cs typeface="Arial MT"/>
              </a:rPr>
              <a:t>Identified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top-</a:t>
            </a:r>
            <a:r>
              <a:rPr dirty="0" sz="1400">
                <a:latin typeface="Arial MT"/>
                <a:cs typeface="Arial MT"/>
              </a:rPr>
              <a:t>performing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products,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regional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sales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trends,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monthly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revenue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patterns.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interactive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dashboard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simplifies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decision-</a:t>
            </a:r>
            <a:r>
              <a:rPr dirty="0" sz="1400">
                <a:latin typeface="Arial MT"/>
                <a:cs typeface="Arial MT"/>
              </a:rPr>
              <a:t>making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for</a:t>
            </a:r>
            <a:endParaRPr sz="14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</a:pPr>
            <a:r>
              <a:rPr dirty="0" sz="1400">
                <a:latin typeface="Arial MT"/>
                <a:cs typeface="Arial MT"/>
              </a:rPr>
              <a:t>business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managers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analysts.</a:t>
            </a:r>
            <a:endParaRPr sz="1400">
              <a:latin typeface="Arial MT"/>
              <a:cs typeface="Arial MT"/>
            </a:endParaRPr>
          </a:p>
          <a:p>
            <a:pPr marL="299085" marR="5080" indent="-28702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dirty="0" sz="1400">
                <a:latin typeface="Arial MT"/>
                <a:cs typeface="Arial MT"/>
              </a:rPr>
              <a:t>Excel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proved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powerful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accessible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tool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for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sales </a:t>
            </a:r>
            <a:r>
              <a:rPr dirty="0" sz="1400">
                <a:latin typeface="Arial MT"/>
                <a:cs typeface="Arial MT"/>
              </a:rPr>
              <a:t>data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analysis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visualization.</a:t>
            </a:r>
            <a:endParaRPr sz="1400">
              <a:latin typeface="Arial MT"/>
              <a:cs typeface="Arial MT"/>
            </a:endParaRPr>
          </a:p>
          <a:p>
            <a:pPr marL="299085" marR="668020" indent="-28702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project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bridges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gap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between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raw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data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and </a:t>
            </a:r>
            <a:r>
              <a:rPr dirty="0" sz="1400">
                <a:latin typeface="Arial MT"/>
                <a:cs typeface="Arial MT"/>
              </a:rPr>
              <a:t>actionable</a:t>
            </a:r>
            <a:r>
              <a:rPr dirty="0" sz="1400" spc="-9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revenue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growth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strategies.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1879" y="908761"/>
            <a:ext cx="1535430" cy="3314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10"/>
              <a:t>Future</a:t>
            </a:r>
            <a:r>
              <a:rPr dirty="0" spc="-90"/>
              <a:t> </a:t>
            </a:r>
            <a:r>
              <a:rPr dirty="0" spc="-105"/>
              <a:t>Scope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31690" y="879589"/>
            <a:ext cx="4512310" cy="3384296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Char char="•"/>
              <a:tabLst>
                <a:tab pos="299085" algn="l"/>
              </a:tabLst>
            </a:pPr>
            <a:r>
              <a:rPr dirty="0"/>
              <a:t>Integrate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50"/>
              <a:t> </a:t>
            </a:r>
            <a:r>
              <a:rPr dirty="0"/>
              <a:t>dashboard</a:t>
            </a:r>
            <a:r>
              <a:rPr dirty="0" spc="-55"/>
              <a:t> </a:t>
            </a:r>
            <a:r>
              <a:rPr dirty="0"/>
              <a:t>with</a:t>
            </a:r>
            <a:r>
              <a:rPr dirty="0" spc="-30"/>
              <a:t> </a:t>
            </a:r>
            <a:r>
              <a:rPr dirty="0"/>
              <a:t>Power</a:t>
            </a:r>
            <a:r>
              <a:rPr dirty="0" spc="-10"/>
              <a:t> </a:t>
            </a:r>
            <a:r>
              <a:rPr dirty="0"/>
              <a:t>BI</a:t>
            </a:r>
            <a:r>
              <a:rPr dirty="0" spc="-30"/>
              <a:t> </a:t>
            </a:r>
            <a:r>
              <a:rPr dirty="0"/>
              <a:t>for</a:t>
            </a:r>
            <a:r>
              <a:rPr dirty="0" spc="-35"/>
              <a:t> </a:t>
            </a:r>
            <a:r>
              <a:rPr dirty="0" spc="-20"/>
              <a:t>more</a:t>
            </a:r>
          </a:p>
          <a:p>
            <a:pPr marL="299085">
              <a:lnSpc>
                <a:spcPct val="100000"/>
              </a:lnSpc>
            </a:pPr>
            <a:r>
              <a:rPr dirty="0"/>
              <a:t>advanced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 spc="-10"/>
              <a:t>real-</a:t>
            </a:r>
            <a:r>
              <a:rPr dirty="0"/>
              <a:t>time</a:t>
            </a:r>
            <a:r>
              <a:rPr dirty="0" spc="-40"/>
              <a:t> </a:t>
            </a:r>
            <a:r>
              <a:rPr dirty="0" spc="-10"/>
              <a:t>visualizations.</a:t>
            </a:r>
          </a:p>
          <a:p>
            <a:pPr marL="299085" marR="41910" indent="-28702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dirty="0"/>
              <a:t>Connect</a:t>
            </a:r>
            <a:r>
              <a:rPr dirty="0" spc="-25"/>
              <a:t> </a:t>
            </a:r>
            <a:r>
              <a:rPr dirty="0"/>
              <a:t>live</a:t>
            </a:r>
            <a:r>
              <a:rPr dirty="0" spc="5"/>
              <a:t> </a:t>
            </a:r>
            <a:r>
              <a:rPr dirty="0"/>
              <a:t>sales</a:t>
            </a:r>
            <a:r>
              <a:rPr dirty="0" spc="-30"/>
              <a:t> </a:t>
            </a:r>
            <a:r>
              <a:rPr dirty="0"/>
              <a:t>data</a:t>
            </a:r>
            <a:r>
              <a:rPr dirty="0" spc="-25"/>
              <a:t> </a:t>
            </a:r>
            <a:r>
              <a:rPr dirty="0"/>
              <a:t>sources</a:t>
            </a:r>
            <a:r>
              <a:rPr dirty="0" spc="-40"/>
              <a:t> </a:t>
            </a:r>
            <a:r>
              <a:rPr dirty="0" spc="-10"/>
              <a:t>using</a:t>
            </a:r>
            <a:r>
              <a:rPr dirty="0" spc="-105"/>
              <a:t> </a:t>
            </a:r>
            <a:r>
              <a:rPr dirty="0"/>
              <a:t>APIs</a:t>
            </a:r>
            <a:r>
              <a:rPr dirty="0" spc="-15"/>
              <a:t> </a:t>
            </a:r>
            <a:r>
              <a:rPr dirty="0"/>
              <a:t>to</a:t>
            </a:r>
            <a:r>
              <a:rPr dirty="0" spc="-15"/>
              <a:t> </a:t>
            </a:r>
            <a:r>
              <a:rPr dirty="0" spc="-10"/>
              <a:t>enable </a:t>
            </a:r>
            <a:r>
              <a:rPr dirty="0"/>
              <a:t>automatic</a:t>
            </a:r>
            <a:r>
              <a:rPr dirty="0" spc="-65"/>
              <a:t> </a:t>
            </a:r>
            <a:r>
              <a:rPr dirty="0"/>
              <a:t>data</a:t>
            </a:r>
            <a:r>
              <a:rPr dirty="0" spc="-25"/>
              <a:t> </a:t>
            </a:r>
            <a:r>
              <a:rPr dirty="0" spc="-10"/>
              <a:t>updates.</a:t>
            </a:r>
          </a:p>
          <a:p>
            <a:pPr marL="299085" marR="5080" indent="-28702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dirty="0"/>
              <a:t>Apply</a:t>
            </a:r>
            <a:r>
              <a:rPr dirty="0" spc="-40"/>
              <a:t> </a:t>
            </a:r>
            <a:r>
              <a:rPr dirty="0"/>
              <a:t>machine</a:t>
            </a:r>
            <a:r>
              <a:rPr dirty="0" spc="-45"/>
              <a:t> </a:t>
            </a:r>
            <a:r>
              <a:rPr dirty="0"/>
              <a:t>learning</a:t>
            </a:r>
            <a:r>
              <a:rPr dirty="0" spc="-45"/>
              <a:t> </a:t>
            </a:r>
            <a:r>
              <a:rPr dirty="0"/>
              <a:t>models</a:t>
            </a:r>
            <a:r>
              <a:rPr dirty="0" spc="-45"/>
              <a:t> </a:t>
            </a:r>
            <a:r>
              <a:rPr dirty="0"/>
              <a:t>to</a:t>
            </a:r>
            <a:r>
              <a:rPr dirty="0" spc="-30"/>
              <a:t> </a:t>
            </a:r>
            <a:r>
              <a:rPr dirty="0"/>
              <a:t>predict</a:t>
            </a:r>
            <a:r>
              <a:rPr dirty="0" spc="-50"/>
              <a:t> </a:t>
            </a:r>
            <a:r>
              <a:rPr dirty="0"/>
              <a:t>future</a:t>
            </a:r>
            <a:r>
              <a:rPr dirty="0" spc="-40"/>
              <a:t> </a:t>
            </a:r>
            <a:r>
              <a:rPr dirty="0" spc="-10"/>
              <a:t>sales </a:t>
            </a:r>
            <a:r>
              <a:rPr dirty="0"/>
              <a:t>trends</a:t>
            </a:r>
            <a:r>
              <a:rPr dirty="0" spc="-55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revenue</a:t>
            </a:r>
            <a:r>
              <a:rPr dirty="0" spc="-35"/>
              <a:t> </a:t>
            </a:r>
            <a:r>
              <a:rPr dirty="0" spc="-10"/>
              <a:t>forecasting.</a:t>
            </a: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dirty="0"/>
              <a:t>Expand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45"/>
              <a:t> </a:t>
            </a:r>
            <a:r>
              <a:rPr dirty="0"/>
              <a:t>analysis</a:t>
            </a:r>
            <a:r>
              <a:rPr dirty="0" spc="-35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include</a:t>
            </a:r>
            <a:r>
              <a:rPr dirty="0" spc="-50"/>
              <a:t> </a:t>
            </a:r>
            <a:r>
              <a:rPr dirty="0"/>
              <a:t>customer</a:t>
            </a:r>
            <a:r>
              <a:rPr dirty="0" spc="-65"/>
              <a:t> </a:t>
            </a:r>
            <a:r>
              <a:rPr dirty="0" spc="-10"/>
              <a:t>behavior,</a:t>
            </a:r>
          </a:p>
          <a:p>
            <a:pPr marL="299085">
              <a:lnSpc>
                <a:spcPct val="100000"/>
              </a:lnSpc>
            </a:pPr>
            <a:r>
              <a:rPr dirty="0"/>
              <a:t>purchase</a:t>
            </a:r>
            <a:r>
              <a:rPr dirty="0" spc="-65"/>
              <a:t> </a:t>
            </a:r>
            <a:r>
              <a:rPr dirty="0"/>
              <a:t>patterns,</a:t>
            </a:r>
            <a:r>
              <a:rPr dirty="0" spc="-40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market</a:t>
            </a:r>
            <a:r>
              <a:rPr dirty="0" spc="-45"/>
              <a:t> </a:t>
            </a:r>
            <a:r>
              <a:rPr dirty="0" spc="-10"/>
              <a:t>segmentation.</a:t>
            </a:r>
          </a:p>
          <a:p>
            <a:pPr marL="299085" marR="239395" indent="-28702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dirty="0"/>
              <a:t>Scale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/>
              <a:t>solution</a:t>
            </a:r>
            <a:r>
              <a:rPr dirty="0" spc="-55"/>
              <a:t> </a:t>
            </a:r>
            <a:r>
              <a:rPr dirty="0"/>
              <a:t>to</a:t>
            </a:r>
            <a:r>
              <a:rPr dirty="0" spc="-25"/>
              <a:t> </a:t>
            </a:r>
            <a:r>
              <a:rPr dirty="0"/>
              <a:t>handle</a:t>
            </a:r>
            <a:r>
              <a:rPr dirty="0" spc="-45"/>
              <a:t> </a:t>
            </a:r>
            <a:r>
              <a:rPr dirty="0"/>
              <a:t>larger</a:t>
            </a:r>
            <a:r>
              <a:rPr dirty="0" spc="-30"/>
              <a:t> </a:t>
            </a:r>
            <a:r>
              <a:rPr dirty="0"/>
              <a:t>datasets</a:t>
            </a:r>
            <a:r>
              <a:rPr dirty="0" spc="-45"/>
              <a:t> </a:t>
            </a:r>
            <a:r>
              <a:rPr dirty="0" spc="-10"/>
              <a:t>across </a:t>
            </a:r>
            <a:r>
              <a:rPr dirty="0"/>
              <a:t>multiple</a:t>
            </a:r>
            <a:r>
              <a:rPr dirty="0" spc="-45"/>
              <a:t> </a:t>
            </a:r>
            <a:r>
              <a:rPr dirty="0"/>
              <a:t>departments</a:t>
            </a:r>
            <a:r>
              <a:rPr dirty="0" spc="-60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/>
              <a:t>business</a:t>
            </a:r>
            <a:r>
              <a:rPr dirty="0" spc="-60"/>
              <a:t> </a:t>
            </a:r>
            <a:r>
              <a:rPr dirty="0" spc="-10"/>
              <a:t>units.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86585" algn="l"/>
                <a:tab pos="2099945" algn="l"/>
              </a:tabLst>
            </a:pPr>
            <a:r>
              <a:rPr dirty="0" spc="105">
                <a:latin typeface="Tahoma"/>
                <a:cs typeface="Tahoma"/>
              </a:rPr>
              <a:t>A</a:t>
            </a:r>
            <a:r>
              <a:rPr dirty="0" spc="-235">
                <a:latin typeface="Tahoma"/>
                <a:cs typeface="Tahoma"/>
              </a:rPr>
              <a:t> </a:t>
            </a:r>
            <a:r>
              <a:rPr dirty="0" spc="-145">
                <a:latin typeface="Tahoma"/>
                <a:cs typeface="Tahoma"/>
              </a:rPr>
              <a:t>I</a:t>
            </a:r>
            <a:r>
              <a:rPr dirty="0" spc="-229">
                <a:latin typeface="Tahoma"/>
                <a:cs typeface="Tahoma"/>
              </a:rPr>
              <a:t> </a:t>
            </a:r>
            <a:r>
              <a:rPr dirty="0" spc="90">
                <a:latin typeface="Tahoma"/>
                <a:cs typeface="Tahoma"/>
              </a:rPr>
              <a:t>C</a:t>
            </a:r>
            <a:r>
              <a:rPr dirty="0" spc="-235">
                <a:latin typeface="Tahoma"/>
                <a:cs typeface="Tahoma"/>
              </a:rPr>
              <a:t> </a:t>
            </a:r>
            <a:r>
              <a:rPr dirty="0" spc="185">
                <a:latin typeface="Tahoma"/>
                <a:cs typeface="Tahoma"/>
              </a:rPr>
              <a:t>W</a:t>
            </a:r>
            <a:r>
              <a:rPr dirty="0" spc="315">
                <a:latin typeface="Tahoma"/>
                <a:cs typeface="Tahoma"/>
              </a:rPr>
              <a:t> </a:t>
            </a:r>
            <a:r>
              <a:rPr dirty="0" spc="65">
                <a:latin typeface="Tahoma"/>
                <a:cs typeface="Tahoma"/>
              </a:rPr>
              <a:t>F</a:t>
            </a:r>
            <a:r>
              <a:rPr dirty="0" spc="-235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e</a:t>
            </a:r>
            <a:r>
              <a:rPr dirty="0" spc="-229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l</a:t>
            </a:r>
            <a:r>
              <a:rPr dirty="0" spc="-225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l</a:t>
            </a:r>
            <a:r>
              <a:rPr dirty="0" spc="-24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o</a:t>
            </a:r>
            <a:r>
              <a:rPr dirty="0" spc="-235">
                <a:latin typeface="Tahoma"/>
                <a:cs typeface="Tahoma"/>
              </a:rPr>
              <a:t> </a:t>
            </a:r>
            <a:r>
              <a:rPr dirty="0" spc="60">
                <a:latin typeface="Tahoma"/>
                <a:cs typeface="Tahoma"/>
              </a:rPr>
              <a:t>w</a:t>
            </a:r>
            <a:r>
              <a:rPr dirty="0" spc="-245">
                <a:latin typeface="Tahoma"/>
                <a:cs typeface="Tahoma"/>
              </a:rPr>
              <a:t> </a:t>
            </a:r>
            <a:r>
              <a:rPr dirty="0" spc="-25">
                <a:latin typeface="Tahoma"/>
                <a:cs typeface="Tahoma"/>
              </a:rPr>
              <a:t>s</a:t>
            </a:r>
            <a:r>
              <a:rPr dirty="0" spc="-24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h</a:t>
            </a:r>
            <a:r>
              <a:rPr dirty="0" spc="-25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i</a:t>
            </a:r>
            <a:r>
              <a:rPr dirty="0" spc="-235">
                <a:latin typeface="Tahoma"/>
                <a:cs typeface="Tahoma"/>
              </a:rPr>
              <a:t> </a:t>
            </a:r>
            <a:r>
              <a:rPr dirty="0" spc="-60">
                <a:latin typeface="Tahoma"/>
                <a:cs typeface="Tahoma"/>
              </a:rPr>
              <a:t>p</a:t>
            </a:r>
            <a:r>
              <a:rPr dirty="0">
                <a:latin typeface="Tahoma"/>
                <a:cs typeface="Tahoma"/>
              </a:rPr>
              <a:t>	</a:t>
            </a:r>
            <a:r>
              <a:rPr dirty="0" spc="-50">
                <a:latin typeface="Tahoma"/>
                <a:cs typeface="Tahoma"/>
              </a:rPr>
              <a:t>|</a:t>
            </a:r>
            <a:r>
              <a:rPr dirty="0">
                <a:latin typeface="Tahoma"/>
                <a:cs typeface="Tahoma"/>
              </a:rPr>
              <a:t>	</a:t>
            </a:r>
            <a:r>
              <a:rPr dirty="0" spc="-25">
                <a:latin typeface="Tahoma"/>
                <a:cs typeface="Tahoma"/>
              </a:rPr>
              <a:t>S</a:t>
            </a:r>
            <a:r>
              <a:rPr dirty="0" spc="-235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t</a:t>
            </a:r>
            <a:r>
              <a:rPr dirty="0" spc="-22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u</a:t>
            </a:r>
            <a:r>
              <a:rPr dirty="0" spc="-225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d</a:t>
            </a:r>
            <a:r>
              <a:rPr dirty="0" spc="-22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e</a:t>
            </a:r>
            <a:r>
              <a:rPr dirty="0" spc="-22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n</a:t>
            </a:r>
            <a:r>
              <a:rPr dirty="0" spc="-24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t</a:t>
            </a:r>
            <a:r>
              <a:rPr dirty="0" spc="330">
                <a:latin typeface="Tahoma"/>
                <a:cs typeface="Tahoma"/>
              </a:rPr>
              <a:t> </a:t>
            </a:r>
            <a:r>
              <a:rPr dirty="0" spc="60">
                <a:latin typeface="Tahoma"/>
                <a:cs typeface="Tahoma"/>
              </a:rPr>
              <a:t>P</a:t>
            </a:r>
            <a:r>
              <a:rPr dirty="0" spc="-225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r</a:t>
            </a:r>
            <a:r>
              <a:rPr dirty="0" spc="-215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o</a:t>
            </a:r>
            <a:r>
              <a:rPr dirty="0" spc="-229">
                <a:latin typeface="Tahoma"/>
                <a:cs typeface="Tahoma"/>
              </a:rPr>
              <a:t> </a:t>
            </a:r>
            <a:r>
              <a:rPr dirty="0" spc="-70">
                <a:latin typeface="Tahoma"/>
                <a:cs typeface="Tahoma"/>
              </a:rPr>
              <a:t>j</a:t>
            </a:r>
            <a:r>
              <a:rPr dirty="0" spc="-225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e</a:t>
            </a:r>
            <a:r>
              <a:rPr dirty="0" spc="-22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c</a:t>
            </a:r>
            <a:r>
              <a:rPr dirty="0" spc="-22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t</a:t>
            </a:r>
            <a:r>
              <a:rPr dirty="0" spc="320">
                <a:latin typeface="Tahoma"/>
                <a:cs typeface="Tahoma"/>
              </a:rPr>
              <a:t> </a:t>
            </a:r>
            <a:r>
              <a:rPr dirty="0" spc="60">
                <a:latin typeface="Tahoma"/>
                <a:cs typeface="Tahoma"/>
              </a:rPr>
              <a:t>P</a:t>
            </a:r>
            <a:r>
              <a:rPr dirty="0" spc="-225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r</a:t>
            </a:r>
            <a:r>
              <a:rPr dirty="0" spc="-215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e</a:t>
            </a:r>
            <a:r>
              <a:rPr dirty="0" spc="-220">
                <a:latin typeface="Tahoma"/>
                <a:cs typeface="Tahoma"/>
              </a:rPr>
              <a:t> </a:t>
            </a:r>
            <a:r>
              <a:rPr dirty="0" spc="-25">
                <a:latin typeface="Tahoma"/>
                <a:cs typeface="Tahoma"/>
              </a:rPr>
              <a:t>s</a:t>
            </a:r>
            <a:r>
              <a:rPr dirty="0" spc="-235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e</a:t>
            </a:r>
            <a:r>
              <a:rPr dirty="0" spc="-229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n</a:t>
            </a:r>
            <a:r>
              <a:rPr dirty="0" spc="-229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t</a:t>
            </a:r>
            <a:r>
              <a:rPr dirty="0" spc="-235">
                <a:latin typeface="Tahoma"/>
                <a:cs typeface="Tahoma"/>
              </a:rPr>
              <a:t> </a:t>
            </a:r>
            <a:r>
              <a:rPr dirty="0" spc="-50">
                <a:latin typeface="Tahoma"/>
                <a:cs typeface="Tahoma"/>
              </a:rPr>
              <a:t>a</a:t>
            </a:r>
            <a:r>
              <a:rPr dirty="0" spc="-225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t</a:t>
            </a:r>
            <a:r>
              <a:rPr dirty="0" spc="-24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i</a:t>
            </a:r>
            <a:r>
              <a:rPr dirty="0" spc="-225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o</a:t>
            </a:r>
            <a:r>
              <a:rPr dirty="0" spc="-225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n</a:t>
            </a:r>
            <a:r>
              <a:rPr dirty="0" spc="33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2</a:t>
            </a:r>
            <a:r>
              <a:rPr dirty="0" spc="-22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0</a:t>
            </a:r>
            <a:r>
              <a:rPr dirty="0" spc="-22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2</a:t>
            </a:r>
            <a:r>
              <a:rPr dirty="0" spc="-220">
                <a:latin typeface="Tahoma"/>
                <a:cs typeface="Tahoma"/>
              </a:rPr>
              <a:t> </a:t>
            </a:r>
            <a:r>
              <a:rPr dirty="0" spc="-50">
                <a:latin typeface="Tahoma"/>
                <a:cs typeface="Tahoma"/>
              </a:rPr>
              <a:t>6</a:t>
            </a:r>
          </a:p>
          <a:p>
            <a:pPr>
              <a:lnSpc>
                <a:spcPct val="100000"/>
              </a:lnSpc>
              <a:spcBef>
                <a:spcPts val="775"/>
              </a:spcBef>
            </a:pPr>
          </a:p>
          <a:p>
            <a:pPr algn="ctr" marL="112395">
              <a:lnSpc>
                <a:spcPct val="100000"/>
              </a:lnSpc>
            </a:pPr>
            <a:r>
              <a:rPr dirty="0" sz="1100">
                <a:latin typeface="Tahoma"/>
                <a:cs typeface="Tahoma"/>
              </a:rPr>
              <a:t>LinkedIn</a:t>
            </a:r>
            <a:r>
              <a:rPr dirty="0" sz="1100" spc="1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|</a:t>
            </a:r>
            <a:r>
              <a:rPr dirty="0" sz="1100" spc="4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Edunet</a:t>
            </a:r>
            <a:r>
              <a:rPr dirty="0" sz="1100" spc="-8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Foundation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105"/>
              </a:spcBef>
            </a:pPr>
            <a:r>
              <a:rPr dirty="0" sz="5000" spc="-345">
                <a:solidFill>
                  <a:srgbClr val="0D358D"/>
                </a:solidFill>
              </a:rPr>
              <a:t>Thank</a:t>
            </a:r>
            <a:r>
              <a:rPr dirty="0" sz="5000" spc="-245">
                <a:solidFill>
                  <a:srgbClr val="0D358D"/>
                </a:solidFill>
              </a:rPr>
              <a:t> </a:t>
            </a:r>
            <a:r>
              <a:rPr dirty="0" sz="5000" spc="-285">
                <a:solidFill>
                  <a:srgbClr val="0D358D"/>
                </a:solidFill>
              </a:rPr>
              <a:t>You</a:t>
            </a:r>
            <a:endParaRPr sz="5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D358D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dc:subject>PptxGenJS Presentation</dc:subject>
  <dc:title>AICW Student Project Presentation Template 2026</dc:title>
  <dcterms:created xsi:type="dcterms:W3CDTF">2026-04-06T16:55:55Z</dcterms:created>
  <dcterms:modified xsi:type="dcterms:W3CDTF">2026-04-06T16:55:55Z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2026-04-06T00:00:00Z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2026-04-06T00:00:00Z</vt:filetime>
  </property>
  <property fmtid="{D5CDD505-2E9C-101B-9397-08002B2CF9AE}" pid="5" name="Producer">
    <vt:lpwstr>iLovePDF</vt:lpwstr>
  </property>
</Properties>
</file>